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4" r:id="rId4"/>
  </p:sldMasterIdLst>
  <p:notesMasterIdLst>
    <p:notesMasterId r:id="rId21"/>
  </p:notesMasterIdLst>
  <p:handoutMasterIdLst>
    <p:handoutMasterId r:id="rId22"/>
  </p:handoutMasterIdLst>
  <p:sldIdLst>
    <p:sldId id="305" r:id="rId5"/>
    <p:sldId id="306" r:id="rId6"/>
    <p:sldId id="307" r:id="rId7"/>
    <p:sldId id="308" r:id="rId8"/>
    <p:sldId id="309" r:id="rId9"/>
    <p:sldId id="319" r:id="rId10"/>
    <p:sldId id="327" r:id="rId11"/>
    <p:sldId id="326" r:id="rId12"/>
    <p:sldId id="321" r:id="rId13"/>
    <p:sldId id="311" r:id="rId14"/>
    <p:sldId id="324" r:id="rId15"/>
    <p:sldId id="322" r:id="rId16"/>
    <p:sldId id="323" r:id="rId17"/>
    <p:sldId id="325" r:id="rId18"/>
    <p:sldId id="316" r:id="rId19"/>
    <p:sldId id="318"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3792" userDrawn="1">
          <p15:clr>
            <a:srgbClr val="A4A3A4"/>
          </p15:clr>
        </p15:guide>
        <p15:guide id="3" pos="528" userDrawn="1">
          <p15:clr>
            <a:srgbClr val="A4A3A4"/>
          </p15:clr>
        </p15:guide>
        <p15:guide id="4" pos="7128" userDrawn="1">
          <p15:clr>
            <a:srgbClr val="A4A3A4"/>
          </p15:clr>
        </p15:guide>
        <p15:guide id="5" orient="horz" pos="2808" userDrawn="1">
          <p15:clr>
            <a:srgbClr val="A4A3A4"/>
          </p15:clr>
        </p15:guide>
        <p15:guide id="6" pos="2976" userDrawn="1">
          <p15:clr>
            <a:srgbClr val="A4A3A4"/>
          </p15:clr>
        </p15:guide>
        <p15:guide id="7" orient="horz" pos="9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82"/>
  </p:normalViewPr>
  <p:slideViewPr>
    <p:cSldViewPr snapToGrid="0">
      <p:cViewPr varScale="1">
        <p:scale>
          <a:sx n="75" d="100"/>
          <a:sy n="75" d="100"/>
        </p:scale>
        <p:origin x="902" y="43"/>
      </p:cViewPr>
      <p:guideLst>
        <p:guide orient="horz" pos="3792"/>
        <p:guide pos="528"/>
        <p:guide pos="7128"/>
        <p:guide orient="horz" pos="2808"/>
        <p:guide pos="2976"/>
        <p:guide orient="horz" pos="96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7/19/2026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EDBDA2-4480-4D82-8886-1B64A7ECBBAC}" type="datetimeFigureOut">
              <a:rPr lang="en-US" noProof="0" smtClean="0"/>
              <a:t>7/19/2026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DDBACE-0F8F-43FD-98F0-DEE13552DADA}" type="slidenum">
              <a:rPr lang="en-US" noProof="0" smtClean="0"/>
              <a:t>‹#›</a:t>
            </a:fld>
            <a:endParaRPr lang="en-US" noProof="0" dirty="0"/>
          </a:p>
        </p:txBody>
      </p:sp>
    </p:spTree>
    <p:extLst>
      <p:ext uri="{BB962C8B-B14F-4D97-AF65-F5344CB8AC3E}">
        <p14:creationId xmlns:p14="http://schemas.microsoft.com/office/powerpoint/2010/main" val="1455722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7/19/2026</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r>
              <a:rPr lang="en-US" noProof="0"/>
              <a:t>FOOTER TITLE</a:t>
            </a:r>
            <a:endParaRPr lang="en-US" noProof="0" dirty="0"/>
          </a:p>
        </p:txBody>
      </p:sp>
      <p:sp>
        <p:nvSpPr>
          <p:cNvPr id="6" name="Slide Number Placeholder 5"/>
          <p:cNvSpPr>
            <a:spLocks noGrp="1"/>
          </p:cNvSpPr>
          <p:nvPr>
            <p:ph type="sldNum" sz="quarter" idx="12"/>
          </p:nvPr>
        </p:nvSpPr>
        <p:spPr>
          <a:xfrm>
            <a:off x="8956900" y="5037663"/>
            <a:ext cx="551167" cy="279400"/>
          </a:xfrm>
        </p:spPr>
        <p:txBody>
          <a:bodyPr/>
          <a:lstStyle/>
          <a:p>
            <a:fld id="{B67B645E-C5E5-4727-B977-D372A0AA71D9}" type="slidenum">
              <a:rPr lang="en-US" smtClean="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48314670"/>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7/19/2026</a:t>
            </a:fld>
            <a:endParaRPr lang="en-US" dirty="0"/>
          </a:p>
        </p:txBody>
      </p:sp>
      <p:sp>
        <p:nvSpPr>
          <p:cNvPr id="5" name="Footer Placeholder 4"/>
          <p:cNvSpPr>
            <a:spLocks noGrp="1"/>
          </p:cNvSpPr>
          <p:nvPr>
            <p:ph type="ftr" sz="quarter" idx="11"/>
          </p:nvPr>
        </p:nvSpPr>
        <p:spPr/>
        <p:txBody>
          <a:bodyPr/>
          <a:lstStyle/>
          <a:p>
            <a:r>
              <a:rPr lang="en-US" noProof="0"/>
              <a:t>FOOTER TITLE</a:t>
            </a:r>
            <a:endParaRPr lang="en-US" noProof="0" dirty="0"/>
          </a:p>
        </p:txBody>
      </p:sp>
      <p:sp>
        <p:nvSpPr>
          <p:cNvPr id="6" name="Slide Number Placeholder 5"/>
          <p:cNvSpPr>
            <a:spLocks noGrp="1"/>
          </p:cNvSpPr>
          <p:nvPr>
            <p:ph type="sldNum" sz="quarter" idx="12"/>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3207079708"/>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7/19/2026</a:t>
            </a:fld>
            <a:endParaRPr lang="en-US" dirty="0"/>
          </a:p>
        </p:txBody>
      </p:sp>
      <p:sp>
        <p:nvSpPr>
          <p:cNvPr id="5" name="Footer Placeholder 4"/>
          <p:cNvSpPr>
            <a:spLocks noGrp="1"/>
          </p:cNvSpPr>
          <p:nvPr>
            <p:ph type="ftr" sz="quarter" idx="11"/>
          </p:nvPr>
        </p:nvSpPr>
        <p:spPr/>
        <p:txBody>
          <a:bodyPr/>
          <a:lstStyle/>
          <a:p>
            <a:r>
              <a:rPr lang="en-US" noProof="0"/>
              <a:t>FOOTER TITLE</a:t>
            </a:r>
            <a:endParaRPr lang="en-US" noProof="0" dirty="0"/>
          </a:p>
        </p:txBody>
      </p:sp>
      <p:sp>
        <p:nvSpPr>
          <p:cNvPr id="6" name="Slide Number Placeholder 5"/>
          <p:cNvSpPr>
            <a:spLocks noGrp="1"/>
          </p:cNvSpPr>
          <p:nvPr>
            <p:ph type="sldNum" sz="quarter" idx="12"/>
          </p:nvPr>
        </p:nvSpPr>
        <p:spPr/>
        <p:txBody>
          <a:bodyPr/>
          <a:lstStyle/>
          <a:p>
            <a:fld id="{B67B645E-C5E5-4727-B977-D372A0AA71D9}" type="slidenum">
              <a:rPr lang="en-US" smtClean="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67690617"/>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7/19/2026</a:t>
            </a:fld>
            <a:endParaRPr lang="en-US" dirty="0"/>
          </a:p>
        </p:txBody>
      </p:sp>
      <p:sp>
        <p:nvSpPr>
          <p:cNvPr id="6" name="Footer Placeholder 5"/>
          <p:cNvSpPr>
            <a:spLocks noGrp="1"/>
          </p:cNvSpPr>
          <p:nvPr>
            <p:ph type="ftr" sz="quarter" idx="11"/>
          </p:nvPr>
        </p:nvSpPr>
        <p:spPr/>
        <p:txBody>
          <a:bodyPr/>
          <a:lstStyle/>
          <a:p>
            <a:r>
              <a:rPr lang="en-US" noProof="0"/>
              <a:t>FOOTER TITLE</a:t>
            </a:r>
            <a:endParaRPr lang="en-US" noProof="0" dirty="0"/>
          </a:p>
        </p:txBody>
      </p:sp>
      <p:sp>
        <p:nvSpPr>
          <p:cNvPr id="7" name="Slide Number Placeholder 6"/>
          <p:cNvSpPr>
            <a:spLocks noGrp="1"/>
          </p:cNvSpPr>
          <p:nvPr>
            <p:ph type="sldNum" sz="quarter" idx="12"/>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3711730282"/>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7/19/2026</a:t>
            </a:fld>
            <a:endParaRPr lang="en-US" dirty="0"/>
          </a:p>
        </p:txBody>
      </p:sp>
      <p:sp>
        <p:nvSpPr>
          <p:cNvPr id="8" name="Footer Placeholder 7"/>
          <p:cNvSpPr>
            <a:spLocks noGrp="1"/>
          </p:cNvSpPr>
          <p:nvPr>
            <p:ph type="ftr" sz="quarter" idx="11"/>
          </p:nvPr>
        </p:nvSpPr>
        <p:spPr/>
        <p:txBody>
          <a:bodyPr/>
          <a:lstStyle/>
          <a:p>
            <a:r>
              <a:rPr lang="en-US" noProof="0"/>
              <a:t>FOOTER TITLE</a:t>
            </a:r>
            <a:endParaRPr lang="en-US" noProof="0" dirty="0"/>
          </a:p>
        </p:txBody>
      </p:sp>
      <p:sp>
        <p:nvSpPr>
          <p:cNvPr id="9" name="Slide Number Placeholder 8"/>
          <p:cNvSpPr>
            <a:spLocks noGrp="1"/>
          </p:cNvSpPr>
          <p:nvPr>
            <p:ph type="sldNum" sz="quarter" idx="12"/>
          </p:nvPr>
        </p:nvSpPr>
        <p:spPr/>
        <p:txBody>
          <a:bodyPr/>
          <a:lstStyle/>
          <a:p>
            <a:fld id="{B67B645E-C5E5-4727-B977-D372A0AA71D9}" type="slidenum">
              <a:rPr lang="en-US" smtClean="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70883614"/>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7/19/2026</a:t>
            </a:fld>
            <a:endParaRPr lang="en-US" dirty="0"/>
          </a:p>
        </p:txBody>
      </p:sp>
      <p:sp>
        <p:nvSpPr>
          <p:cNvPr id="4" name="Footer Placeholder 3"/>
          <p:cNvSpPr>
            <a:spLocks noGrp="1"/>
          </p:cNvSpPr>
          <p:nvPr>
            <p:ph type="ftr" sz="quarter" idx="11"/>
          </p:nvPr>
        </p:nvSpPr>
        <p:spPr/>
        <p:txBody>
          <a:bodyPr/>
          <a:lstStyle/>
          <a:p>
            <a:r>
              <a:rPr lang="en-US" noProof="0"/>
              <a:t>FOOTER TITLE</a:t>
            </a:r>
            <a:endParaRPr lang="en-US" noProof="0" dirty="0"/>
          </a:p>
        </p:txBody>
      </p:sp>
      <p:sp>
        <p:nvSpPr>
          <p:cNvPr id="5" name="Slide Number Placeholder 4"/>
          <p:cNvSpPr>
            <a:spLocks noGrp="1"/>
          </p:cNvSpPr>
          <p:nvPr>
            <p:ph type="sldNum" sz="quarter" idx="12"/>
          </p:nvPr>
        </p:nvSpPr>
        <p:spPr/>
        <p:txBody>
          <a:bodyPr/>
          <a:lstStyle/>
          <a:p>
            <a:fld id="{B67B645E-C5E5-4727-B977-D372A0AA71D9}" type="slidenum">
              <a:rPr lang="en-US" smtClean="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93182564"/>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7/19/2026</a:t>
            </a:fld>
            <a:endParaRPr lang="en-US" dirty="0"/>
          </a:p>
        </p:txBody>
      </p:sp>
      <p:sp>
        <p:nvSpPr>
          <p:cNvPr id="3" name="Footer Placeholder 2"/>
          <p:cNvSpPr>
            <a:spLocks noGrp="1"/>
          </p:cNvSpPr>
          <p:nvPr>
            <p:ph type="ftr" sz="quarter" idx="11"/>
          </p:nvPr>
        </p:nvSpPr>
        <p:spPr/>
        <p:txBody>
          <a:bodyPr/>
          <a:lstStyle/>
          <a:p>
            <a:r>
              <a:rPr lang="en-US" noProof="0"/>
              <a:t>FOOTER TITLE</a:t>
            </a:r>
            <a:endParaRPr lang="en-US" noProof="0" dirty="0"/>
          </a:p>
        </p:txBody>
      </p:sp>
      <p:sp>
        <p:nvSpPr>
          <p:cNvPr id="4" name="Slide Number Placeholder 3"/>
          <p:cNvSpPr>
            <a:spLocks noGrp="1"/>
          </p:cNvSpPr>
          <p:nvPr>
            <p:ph type="sldNum" sz="quarter" idx="12"/>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1970750784"/>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7/19/2026</a:t>
            </a:fld>
            <a:endParaRPr lang="en-US" dirty="0"/>
          </a:p>
        </p:txBody>
      </p:sp>
      <p:sp>
        <p:nvSpPr>
          <p:cNvPr id="6" name="Footer Placeholder 5"/>
          <p:cNvSpPr>
            <a:spLocks noGrp="1"/>
          </p:cNvSpPr>
          <p:nvPr>
            <p:ph type="ftr" sz="quarter" idx="11"/>
          </p:nvPr>
        </p:nvSpPr>
        <p:spPr/>
        <p:txBody>
          <a:bodyPr/>
          <a:lstStyle/>
          <a:p>
            <a:r>
              <a:rPr lang="en-US" noProof="0"/>
              <a:t>FOOTER TITLE</a:t>
            </a:r>
            <a:endParaRPr lang="en-US" noProof="0" dirty="0"/>
          </a:p>
        </p:txBody>
      </p:sp>
      <p:sp>
        <p:nvSpPr>
          <p:cNvPr id="7" name="Slide Number Placeholder 6"/>
          <p:cNvSpPr>
            <a:spLocks noGrp="1"/>
          </p:cNvSpPr>
          <p:nvPr>
            <p:ph type="sldNum" sz="quarter" idx="12"/>
          </p:nvPr>
        </p:nvSpPr>
        <p:spPr/>
        <p:txBody>
          <a:bodyPr/>
          <a:lstStyle/>
          <a:p>
            <a:fld id="{B67B645E-C5E5-4727-B977-D372A0AA71D9}" type="slidenum">
              <a:rPr lang="en-US" smtClean="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91296875"/>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7/19/2026</a:t>
            </a:fld>
            <a:endParaRPr lang="en-US" dirty="0"/>
          </a:p>
        </p:txBody>
      </p:sp>
      <p:sp>
        <p:nvSpPr>
          <p:cNvPr id="6" name="Footer Placeholder 5"/>
          <p:cNvSpPr>
            <a:spLocks noGrp="1"/>
          </p:cNvSpPr>
          <p:nvPr>
            <p:ph type="ftr" sz="quarter" idx="11"/>
          </p:nvPr>
        </p:nvSpPr>
        <p:spPr/>
        <p:txBody>
          <a:bodyPr/>
          <a:lstStyle/>
          <a:p>
            <a:r>
              <a:rPr lang="en-US" noProof="0"/>
              <a:t>FOOTER TITLE</a:t>
            </a:r>
            <a:endParaRPr lang="en-US" noProof="0" dirty="0"/>
          </a:p>
        </p:txBody>
      </p:sp>
      <p:sp>
        <p:nvSpPr>
          <p:cNvPr id="7" name="Slide Number Placeholder 6"/>
          <p:cNvSpPr>
            <a:spLocks noGrp="1"/>
          </p:cNvSpPr>
          <p:nvPr>
            <p:ph type="sldNum" sz="quarter" idx="12"/>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3201678589"/>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7/19/2026</a:t>
            </a:fld>
            <a:endParaRPr lang="en-US" dirty="0"/>
          </a:p>
        </p:txBody>
      </p:sp>
      <p:sp>
        <p:nvSpPr>
          <p:cNvPr id="6" name="Footer Placeholder 5"/>
          <p:cNvSpPr>
            <a:spLocks noGrp="1"/>
          </p:cNvSpPr>
          <p:nvPr>
            <p:ph type="ftr" sz="quarter" idx="11"/>
          </p:nvPr>
        </p:nvSpPr>
        <p:spPr/>
        <p:txBody>
          <a:bodyPr/>
          <a:lstStyle/>
          <a:p>
            <a:r>
              <a:rPr lang="en-US" noProof="0"/>
              <a:t>FOOTER TITLE</a:t>
            </a:r>
            <a:endParaRPr lang="en-US" noProof="0" dirty="0"/>
          </a:p>
        </p:txBody>
      </p:sp>
      <p:sp>
        <p:nvSpPr>
          <p:cNvPr id="7" name="Slide Number Placeholder 6"/>
          <p:cNvSpPr>
            <a:spLocks noGrp="1"/>
          </p:cNvSpPr>
          <p:nvPr>
            <p:ph type="sldNum" sz="quarter" idx="12"/>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2728454082"/>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7/19/2026</a:t>
            </a:fld>
            <a:endParaRPr lang="en-US" dirty="0"/>
          </a:p>
        </p:txBody>
      </p:sp>
      <p:sp>
        <p:nvSpPr>
          <p:cNvPr id="5" name="Footer Placeholder 4"/>
          <p:cNvSpPr>
            <a:spLocks noGrp="1"/>
          </p:cNvSpPr>
          <p:nvPr>
            <p:ph type="ftr" sz="quarter" idx="11"/>
          </p:nvPr>
        </p:nvSpPr>
        <p:spPr/>
        <p:txBody>
          <a:bodyPr/>
          <a:lstStyle/>
          <a:p>
            <a:r>
              <a:rPr lang="en-US" noProof="0"/>
              <a:t>FOOTER TITLE</a:t>
            </a:r>
            <a:endParaRPr lang="en-US" noProof="0" dirty="0"/>
          </a:p>
        </p:txBody>
      </p:sp>
      <p:sp>
        <p:nvSpPr>
          <p:cNvPr id="6" name="Slide Number Placeholder 5"/>
          <p:cNvSpPr>
            <a:spLocks noGrp="1"/>
          </p:cNvSpPr>
          <p:nvPr>
            <p:ph type="sldNum" sz="quarter" idx="12"/>
          </p:nvPr>
        </p:nvSpPr>
        <p:spPr/>
        <p:txBody>
          <a:bodyPr/>
          <a:lstStyle/>
          <a:p>
            <a:fld id="{B67B645E-C5E5-4727-B977-D372A0AA71D9}" type="slidenum">
              <a:rPr lang="en-US" smtClean="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76286355"/>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7/19/2026</a:t>
            </a:fld>
            <a:endParaRPr lang="en-US" dirty="0"/>
          </a:p>
        </p:txBody>
      </p:sp>
      <p:sp>
        <p:nvSpPr>
          <p:cNvPr id="5" name="Footer Placeholder 4"/>
          <p:cNvSpPr>
            <a:spLocks noGrp="1"/>
          </p:cNvSpPr>
          <p:nvPr>
            <p:ph type="ftr" sz="quarter" idx="11"/>
          </p:nvPr>
        </p:nvSpPr>
        <p:spPr/>
        <p:txBody>
          <a:bodyPr/>
          <a:lstStyle/>
          <a:p>
            <a:r>
              <a:rPr lang="en-US" noProof="0"/>
              <a:t>FOOTER TITLE</a:t>
            </a:r>
            <a:endParaRPr lang="en-US" noProof="0" dirty="0"/>
          </a:p>
        </p:txBody>
      </p:sp>
      <p:sp>
        <p:nvSpPr>
          <p:cNvPr id="6" name="Slide Number Placeholder 5"/>
          <p:cNvSpPr>
            <a:spLocks noGrp="1"/>
          </p:cNvSpPr>
          <p:nvPr>
            <p:ph type="sldNum" sz="quarter" idx="12"/>
          </p:nvPr>
        </p:nvSpPr>
        <p:spPr/>
        <p:txBody>
          <a:bodyPr/>
          <a:lstStyle/>
          <a:p>
            <a:fld id="{B67B645E-C5E5-4727-B977-D372A0AA71D9}" type="slidenum">
              <a:rPr lang="en-US" smtClean="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51864817"/>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7/19/2026</a:t>
            </a:fld>
            <a:endParaRPr lang="en-US" dirty="0"/>
          </a:p>
        </p:txBody>
      </p:sp>
      <p:sp>
        <p:nvSpPr>
          <p:cNvPr id="5" name="Footer Placeholder 4"/>
          <p:cNvSpPr>
            <a:spLocks noGrp="1"/>
          </p:cNvSpPr>
          <p:nvPr>
            <p:ph type="ftr" sz="quarter" idx="11"/>
          </p:nvPr>
        </p:nvSpPr>
        <p:spPr/>
        <p:txBody>
          <a:bodyPr/>
          <a:lstStyle/>
          <a:p>
            <a:r>
              <a:rPr lang="en-US" noProof="0"/>
              <a:t>FOOTER TITLE</a:t>
            </a:r>
            <a:endParaRPr lang="en-US" noProof="0" dirty="0"/>
          </a:p>
        </p:txBody>
      </p:sp>
      <p:sp>
        <p:nvSpPr>
          <p:cNvPr id="6" name="Slide Number Placeholder 5"/>
          <p:cNvSpPr>
            <a:spLocks noGrp="1"/>
          </p:cNvSpPr>
          <p:nvPr>
            <p:ph type="sldNum" sz="quarter" idx="12"/>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409029969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7/19/2026</a:t>
            </a:fld>
            <a:endParaRPr lang="en-US" dirty="0"/>
          </a:p>
        </p:txBody>
      </p:sp>
      <p:sp>
        <p:nvSpPr>
          <p:cNvPr id="5" name="Footer Placeholder 4"/>
          <p:cNvSpPr>
            <a:spLocks noGrp="1"/>
          </p:cNvSpPr>
          <p:nvPr>
            <p:ph type="ftr" sz="quarter" idx="11"/>
          </p:nvPr>
        </p:nvSpPr>
        <p:spPr/>
        <p:txBody>
          <a:bodyPr/>
          <a:lstStyle/>
          <a:p>
            <a:r>
              <a:rPr lang="en-US" noProof="0"/>
              <a:t>FOOTER TITLE</a:t>
            </a:r>
            <a:endParaRPr lang="en-US" noProof="0" dirty="0"/>
          </a:p>
        </p:txBody>
      </p:sp>
      <p:sp>
        <p:nvSpPr>
          <p:cNvPr id="6" name="Slide Number Placeholder 5"/>
          <p:cNvSpPr>
            <a:spLocks noGrp="1"/>
          </p:cNvSpPr>
          <p:nvPr>
            <p:ph type="sldNum" sz="quarter" idx="12"/>
          </p:nvPr>
        </p:nvSpPr>
        <p:spPr/>
        <p:txBody>
          <a:bodyPr/>
          <a:lstStyle/>
          <a:p>
            <a:fld id="{B67B645E-C5E5-4727-B977-D372A0AA71D9}" type="slidenum">
              <a:rPr lang="en-US" smtClean="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9324734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7/19/2026</a:t>
            </a:fld>
            <a:endParaRPr lang="en-US" dirty="0"/>
          </a:p>
        </p:txBody>
      </p:sp>
      <p:sp>
        <p:nvSpPr>
          <p:cNvPr id="5" name="Footer Placeholder 4"/>
          <p:cNvSpPr>
            <a:spLocks noGrp="1"/>
          </p:cNvSpPr>
          <p:nvPr>
            <p:ph type="ftr" sz="quarter" idx="11"/>
          </p:nvPr>
        </p:nvSpPr>
        <p:spPr/>
        <p:txBody>
          <a:bodyPr/>
          <a:lstStyle/>
          <a:p>
            <a:r>
              <a:rPr lang="en-US" noProof="0"/>
              <a:t>FOOTER TITLE</a:t>
            </a:r>
            <a:endParaRPr lang="en-US" noProof="0" dirty="0"/>
          </a:p>
        </p:txBody>
      </p:sp>
      <p:sp>
        <p:nvSpPr>
          <p:cNvPr id="6" name="Slide Number Placeholder 5"/>
          <p:cNvSpPr>
            <a:spLocks noGrp="1"/>
          </p:cNvSpPr>
          <p:nvPr>
            <p:ph type="sldNum" sz="quarter" idx="12"/>
          </p:nvPr>
        </p:nvSpPr>
        <p:spPr/>
        <p:txBody>
          <a:bodyPr/>
          <a:lstStyle/>
          <a:p>
            <a:fld id="{B67B645E-C5E5-4727-B977-D372A0AA71D9}" type="slidenum">
              <a:rPr lang="en-US" smtClean="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8551967"/>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7/19/2026</a:t>
            </a:fld>
            <a:endParaRPr lang="en-US" dirty="0"/>
          </a:p>
        </p:txBody>
      </p:sp>
      <p:sp>
        <p:nvSpPr>
          <p:cNvPr id="5" name="Footer Placeholder 4"/>
          <p:cNvSpPr>
            <a:spLocks noGrp="1"/>
          </p:cNvSpPr>
          <p:nvPr>
            <p:ph type="ftr" sz="quarter" idx="11"/>
          </p:nvPr>
        </p:nvSpPr>
        <p:spPr/>
        <p:txBody>
          <a:bodyPr/>
          <a:lstStyle/>
          <a:p>
            <a:r>
              <a:rPr lang="en-US" noProof="0"/>
              <a:t>FOOTER TITLE</a:t>
            </a:r>
            <a:endParaRPr lang="en-US" noProof="0" dirty="0"/>
          </a:p>
        </p:txBody>
      </p:sp>
      <p:sp>
        <p:nvSpPr>
          <p:cNvPr id="6" name="Slide Number Placeholder 5"/>
          <p:cNvSpPr>
            <a:spLocks noGrp="1"/>
          </p:cNvSpPr>
          <p:nvPr>
            <p:ph type="sldNum" sz="quarter" idx="12"/>
          </p:nvPr>
        </p:nvSpPr>
        <p:spPr/>
        <p:txBody>
          <a:bodyPr/>
          <a:lstStyle/>
          <a:p>
            <a:fld id="{B67B645E-C5E5-4727-B977-D372A0AA71D9}" type="slidenum">
              <a:rPr lang="en-US" smtClean="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16978815"/>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7/19/2026</a:t>
            </a:fld>
            <a:endParaRPr lang="en-US" dirty="0"/>
          </a:p>
        </p:txBody>
      </p:sp>
      <p:sp>
        <p:nvSpPr>
          <p:cNvPr id="5" name="Footer Placeholder 4"/>
          <p:cNvSpPr>
            <a:spLocks noGrp="1"/>
          </p:cNvSpPr>
          <p:nvPr>
            <p:ph type="ftr" sz="quarter" idx="11"/>
          </p:nvPr>
        </p:nvSpPr>
        <p:spPr/>
        <p:txBody>
          <a:bodyPr/>
          <a:lstStyle/>
          <a:p>
            <a:r>
              <a:rPr lang="en-US" noProof="0"/>
              <a:t>FOOTER TITLE</a:t>
            </a:r>
            <a:endParaRPr lang="en-US" noProof="0" dirty="0"/>
          </a:p>
        </p:txBody>
      </p:sp>
      <p:sp>
        <p:nvSpPr>
          <p:cNvPr id="6" name="Slide Number Placeholder 5"/>
          <p:cNvSpPr>
            <a:spLocks noGrp="1"/>
          </p:cNvSpPr>
          <p:nvPr>
            <p:ph type="sldNum" sz="quarter" idx="12"/>
          </p:nvPr>
        </p:nvSpPr>
        <p:spPr/>
        <p:txBody>
          <a:bodyPr/>
          <a:lstStyle/>
          <a:p>
            <a:fld id="{B67B645E-C5E5-4727-B977-D372A0AA71D9}" type="slidenum">
              <a:rPr lang="en-US" smtClean="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01800908"/>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610FBCDE-EE59-33A6-32CA-9F6279AA435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12700"/>
            <a:ext cx="12192000" cy="6858000"/>
          </a:xfrm>
          <a:prstGeom prst="rect">
            <a:avLst/>
          </a:prstGeom>
        </p:spPr>
      </p:pic>
      <p:pic>
        <p:nvPicPr>
          <p:cNvPr id="6" name="Graphic 5">
            <a:extLst>
              <a:ext uri="{FF2B5EF4-FFF2-40B4-BE49-F238E27FC236}">
                <a16:creationId xmlns:a16="http://schemas.microsoft.com/office/drawing/2014/main" id="{E45A58EF-738C-B1BA-F49A-84ADB68F8A88}"/>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b="49858"/>
          <a:stretch/>
        </p:blipFill>
        <p:spPr>
          <a:xfrm>
            <a:off x="8401354" y="9452"/>
            <a:ext cx="2286000" cy="1146248"/>
          </a:xfrm>
          <a:prstGeom prst="rect">
            <a:avLst/>
          </a:prstGeom>
        </p:spPr>
      </p:pic>
      <p:pic>
        <p:nvPicPr>
          <p:cNvPr id="7" name="Graphic 6">
            <a:extLst>
              <a:ext uri="{FF2B5EF4-FFF2-40B4-BE49-F238E27FC236}">
                <a16:creationId xmlns:a16="http://schemas.microsoft.com/office/drawing/2014/main" id="{37F78E2C-6843-1373-E993-79393D858434}"/>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49858"/>
          <a:stretch/>
        </p:blipFill>
        <p:spPr>
          <a:xfrm>
            <a:off x="10687351" y="9452"/>
            <a:ext cx="1504649" cy="1146248"/>
          </a:xfrm>
          <a:prstGeom prst="rect">
            <a:avLst/>
          </a:prstGeom>
        </p:spPr>
      </p:pic>
      <p:pic>
        <p:nvPicPr>
          <p:cNvPr id="8" name="Graphic 7">
            <a:extLst>
              <a:ext uri="{FF2B5EF4-FFF2-40B4-BE49-F238E27FC236}">
                <a16:creationId xmlns:a16="http://schemas.microsoft.com/office/drawing/2014/main" id="{9559DD38-C8CC-7B28-F492-ACB263A81476}"/>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9" name="Graphic 8">
            <a:extLst>
              <a:ext uri="{FF2B5EF4-FFF2-40B4-BE49-F238E27FC236}">
                <a16:creationId xmlns:a16="http://schemas.microsoft.com/office/drawing/2014/main" id="{8DEFF3B2-90E8-5D9B-CEA8-00B05000BF0E}"/>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9BAE121A-5259-1180-7385-CE2C03431052}"/>
              </a:ext>
            </a:extLst>
          </p:cNvPr>
          <p:cNvSpPr>
            <a:spLocks noGrp="1"/>
          </p:cNvSpPr>
          <p:nvPr>
            <p:ph type="title"/>
          </p:nvPr>
        </p:nvSpPr>
        <p:spPr>
          <a:xfrm>
            <a:off x="841248" y="841248"/>
            <a:ext cx="10479024" cy="557784"/>
          </a:xfrm>
        </p:spPr>
        <p:txBody>
          <a:bodyPr anchor="t"/>
          <a:lstStyle>
            <a:lvl1pPr>
              <a:defRPr sz="2000" b="1" cap="all" spc="300" baseline="0">
                <a:solidFill>
                  <a:schemeClr val="bg1">
                    <a:lumMod val="95000"/>
                  </a:schemeClr>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B810682D-F26A-B1BF-CD97-BB8BD31B2F32}"/>
              </a:ext>
            </a:extLst>
          </p:cNvPr>
          <p:cNvSpPr>
            <a:spLocks noGrp="1"/>
          </p:cNvSpPr>
          <p:nvPr>
            <p:ph type="body" sz="quarter" idx="10"/>
          </p:nvPr>
        </p:nvSpPr>
        <p:spPr>
          <a:xfrm>
            <a:off x="841247" y="1536192"/>
            <a:ext cx="10479215" cy="4480560"/>
          </a:xfrm>
        </p:spPr>
        <p:txBody>
          <a:bodyPr/>
          <a:lstStyle>
            <a:lvl1pPr marL="0" indent="0">
              <a:lnSpc>
                <a:spcPct val="75000"/>
              </a:lnSpc>
              <a:buNone/>
              <a:defRPr sz="8000">
                <a:solidFill>
                  <a:schemeClr val="bg1">
                    <a:lumMod val="95000"/>
                  </a:schemeClr>
                </a:solidFill>
              </a:defRPr>
            </a:lvl1pPr>
          </a:lstStyle>
          <a:p>
            <a:pPr lvl="0"/>
            <a:r>
              <a:rPr lang="en-US"/>
              <a:t>Click to edit Master text styles</a:t>
            </a:r>
          </a:p>
        </p:txBody>
      </p:sp>
    </p:spTree>
    <p:extLst>
      <p:ext uri="{BB962C8B-B14F-4D97-AF65-F5344CB8AC3E}">
        <p14:creationId xmlns:p14="http://schemas.microsoft.com/office/powerpoint/2010/main" val="11032936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itle and content 01">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A1EF8CAB-74EE-F5E0-2A98-D49729C57395}"/>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50000" t="1" b="49999"/>
          <a:stretch/>
        </p:blipFill>
        <p:spPr>
          <a:xfrm>
            <a:off x="6096000" y="0"/>
            <a:ext cx="6095999" cy="3429000"/>
          </a:xfrm>
          <a:prstGeom prst="rect">
            <a:avLst/>
          </a:prstGeom>
        </p:spPr>
      </p:pic>
      <p:pic>
        <p:nvPicPr>
          <p:cNvPr id="6" name="Graphic 5">
            <a:extLst>
              <a:ext uri="{FF2B5EF4-FFF2-40B4-BE49-F238E27FC236}">
                <a16:creationId xmlns:a16="http://schemas.microsoft.com/office/drawing/2014/main" id="{8783521D-ED5D-D5DB-16FA-CD1B1203DF6C}"/>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87659"/>
          <a:stretch/>
        </p:blipFill>
        <p:spPr>
          <a:xfrm>
            <a:off x="0" y="5731979"/>
            <a:ext cx="1504645" cy="1146408"/>
          </a:xfrm>
          <a:prstGeom prst="rect">
            <a:avLst/>
          </a:prstGeom>
        </p:spPr>
      </p:pic>
      <p:pic>
        <p:nvPicPr>
          <p:cNvPr id="7" name="Graphic 6">
            <a:extLst>
              <a:ext uri="{FF2B5EF4-FFF2-40B4-BE49-F238E27FC236}">
                <a16:creationId xmlns:a16="http://schemas.microsoft.com/office/drawing/2014/main" id="{9381EED1-F8B1-76DD-2AF9-959C65437FF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9452"/>
            <a:ext cx="2286000" cy="2286000"/>
          </a:xfrm>
          <a:prstGeom prst="rect">
            <a:avLst/>
          </a:prstGeom>
        </p:spPr>
      </p:pic>
      <p:pic>
        <p:nvPicPr>
          <p:cNvPr id="8" name="Graphic 7">
            <a:extLst>
              <a:ext uri="{FF2B5EF4-FFF2-40B4-BE49-F238E27FC236}">
                <a16:creationId xmlns:a16="http://schemas.microsoft.com/office/drawing/2014/main" id="{1D23ADF4-87AF-5693-9986-341478D502BD}"/>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pic>
        <p:nvPicPr>
          <p:cNvPr id="9" name="Graphic 8">
            <a:extLst>
              <a:ext uri="{FF2B5EF4-FFF2-40B4-BE49-F238E27FC236}">
                <a16:creationId xmlns:a16="http://schemas.microsoft.com/office/drawing/2014/main" id="{2E5EE104-2241-C262-895C-BCA769134010}"/>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a:t>Click to edit Master title style</a:t>
            </a:r>
            <a:endParaRPr lang="en-US" dirty="0"/>
          </a:p>
        </p:txBody>
      </p:sp>
      <p:sp>
        <p:nvSpPr>
          <p:cNvPr id="14" name="Content Placeholder 12">
            <a:extLst>
              <a:ext uri="{FF2B5EF4-FFF2-40B4-BE49-F238E27FC236}">
                <a16:creationId xmlns:a16="http://schemas.microsoft.com/office/drawing/2014/main" id="{19B7E7AC-A0E6-BE9A-4728-8FE036CF3538}"/>
              </a:ext>
            </a:extLst>
          </p:cNvPr>
          <p:cNvSpPr>
            <a:spLocks noGrp="1"/>
          </p:cNvSpPr>
          <p:nvPr>
            <p:ph sz="quarter" idx="13"/>
          </p:nvPr>
        </p:nvSpPr>
        <p:spPr>
          <a:xfrm>
            <a:off x="841248" y="1536827"/>
            <a:ext cx="6556375" cy="4479925"/>
          </a:xfrm>
        </p:spPr>
        <p:txBody>
          <a:bodyPr>
            <a:normAutofit/>
          </a:bodyPr>
          <a:lstStyle>
            <a:lvl1pPr>
              <a:lnSpc>
                <a:spcPct val="140000"/>
              </a:lnSpc>
              <a:spcAft>
                <a:spcPts val="0"/>
              </a:spcAft>
              <a:defRPr sz="2800"/>
            </a:lvl1pPr>
            <a:lvl2pPr>
              <a:defRPr sz="2800"/>
            </a:lvl2pPr>
            <a:lvl3pPr>
              <a:defRPr sz="2400"/>
            </a:lvl3pPr>
            <a:lvl4pPr>
              <a:defRPr sz="24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14956698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Section break with image 01">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FF0337A6-0579-B5BC-C526-F7EBDDB8E84A}"/>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50000" t="1" b="49999"/>
          <a:stretch/>
        </p:blipFill>
        <p:spPr>
          <a:xfrm>
            <a:off x="6096000" y="0"/>
            <a:ext cx="6095999" cy="3429000"/>
          </a:xfrm>
          <a:prstGeom prst="rect">
            <a:avLst/>
          </a:prstGeom>
        </p:spPr>
      </p:pic>
      <p:pic>
        <p:nvPicPr>
          <p:cNvPr id="4" name="Graphic 3">
            <a:extLst>
              <a:ext uri="{FF2B5EF4-FFF2-40B4-BE49-F238E27FC236}">
                <a16:creationId xmlns:a16="http://schemas.microsoft.com/office/drawing/2014/main" id="{4166F179-9203-AC2D-A267-E25FA28E9784}"/>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50000"/>
          <a:stretch/>
        </p:blipFill>
        <p:spPr>
          <a:xfrm>
            <a:off x="0" y="5731979"/>
            <a:ext cx="6096000" cy="1146408"/>
          </a:xfrm>
          <a:prstGeom prst="rect">
            <a:avLst/>
          </a:prstGeom>
        </p:spPr>
      </p:pic>
      <p:pic>
        <p:nvPicPr>
          <p:cNvPr id="10" name="Graphic 9">
            <a:extLst>
              <a:ext uri="{FF2B5EF4-FFF2-40B4-BE49-F238E27FC236}">
                <a16:creationId xmlns:a16="http://schemas.microsoft.com/office/drawing/2014/main" id="{4BFC5468-5E1B-2FE4-DA95-D0CCC383D3E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9452"/>
            <a:ext cx="2286000" cy="2286000"/>
          </a:xfrm>
          <a:prstGeom prst="rect">
            <a:avLst/>
          </a:prstGeom>
        </p:spPr>
      </p:pic>
      <p:pic>
        <p:nvPicPr>
          <p:cNvPr id="12" name="Graphic 11">
            <a:extLst>
              <a:ext uri="{FF2B5EF4-FFF2-40B4-BE49-F238E27FC236}">
                <a16:creationId xmlns:a16="http://schemas.microsoft.com/office/drawing/2014/main" id="{617493C4-12E7-500C-5FD5-68370B57A205}"/>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pic>
        <p:nvPicPr>
          <p:cNvPr id="13" name="Graphic 12">
            <a:extLst>
              <a:ext uri="{FF2B5EF4-FFF2-40B4-BE49-F238E27FC236}">
                <a16:creationId xmlns:a16="http://schemas.microsoft.com/office/drawing/2014/main" id="{149B5038-6091-D5DF-F2DA-3900885F498D}"/>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14" name="Graphic 13">
            <a:extLst>
              <a:ext uri="{FF2B5EF4-FFF2-40B4-BE49-F238E27FC236}">
                <a16:creationId xmlns:a16="http://schemas.microsoft.com/office/drawing/2014/main" id="{9442ADAB-F6BA-A55C-036E-C837F95C8F8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16" name="Picture Placeholder 15">
            <a:extLst>
              <a:ext uri="{FF2B5EF4-FFF2-40B4-BE49-F238E27FC236}">
                <a16:creationId xmlns:a16="http://schemas.microsoft.com/office/drawing/2014/main" id="{7E35C9AB-B94F-CACD-3F8A-C5FE3B695994}"/>
              </a:ext>
            </a:extLst>
          </p:cNvPr>
          <p:cNvSpPr>
            <a:spLocks noGrp="1"/>
          </p:cNvSpPr>
          <p:nvPr>
            <p:ph type="pic" sz="quarter" idx="11"/>
          </p:nvPr>
        </p:nvSpPr>
        <p:spPr>
          <a:xfrm>
            <a:off x="6111240" y="2231136"/>
            <a:ext cx="6080760" cy="4626864"/>
          </a:xfrm>
          <a:solidFill>
            <a:schemeClr val="accent6">
              <a:lumMod val="50000"/>
            </a:schemeClr>
          </a:solidFill>
        </p:spPr>
        <p:txBody>
          <a:bodyPr/>
          <a:lstStyle>
            <a:lvl1pPr marL="0" indent="0" algn="r">
              <a:buNone/>
              <a:defRPr>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9BAE121A-5259-1180-7385-CE2C03431052}"/>
              </a:ext>
            </a:extLst>
          </p:cNvPr>
          <p:cNvSpPr>
            <a:spLocks noGrp="1"/>
          </p:cNvSpPr>
          <p:nvPr>
            <p:ph type="title"/>
          </p:nvPr>
        </p:nvSpPr>
        <p:spPr>
          <a:xfrm>
            <a:off x="841248" y="841248"/>
            <a:ext cx="6931152" cy="557784"/>
          </a:xfrm>
        </p:spPr>
        <p:txBody>
          <a:bodyPr anchor="t"/>
          <a:lstStyle>
            <a:lvl1pPr>
              <a:defRPr sz="2000" b="1" cap="all" spc="300" baseline="0">
                <a:solidFill>
                  <a:schemeClr val="bg1">
                    <a:lumMod val="95000"/>
                  </a:schemeClr>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B810682D-F26A-B1BF-CD97-BB8BD31B2F32}"/>
              </a:ext>
            </a:extLst>
          </p:cNvPr>
          <p:cNvSpPr>
            <a:spLocks noGrp="1"/>
          </p:cNvSpPr>
          <p:nvPr>
            <p:ph type="body" sz="quarter" idx="10"/>
          </p:nvPr>
        </p:nvSpPr>
        <p:spPr>
          <a:xfrm>
            <a:off x="841247" y="1536192"/>
            <a:ext cx="6931152" cy="4480560"/>
          </a:xfrm>
        </p:spPr>
        <p:txBody>
          <a:bodyPr/>
          <a:lstStyle>
            <a:lvl1pPr marL="0" indent="0">
              <a:lnSpc>
                <a:spcPct val="75000"/>
              </a:lnSpc>
              <a:buNone/>
              <a:defRPr sz="8000">
                <a:solidFill>
                  <a:schemeClr val="bg1">
                    <a:lumMod val="95000"/>
                  </a:schemeClr>
                </a:solidFill>
              </a:defRPr>
            </a:lvl1pPr>
          </a:lstStyle>
          <a:p>
            <a:pPr lvl="0"/>
            <a:r>
              <a:rPr lang="en-US"/>
              <a:t>Click to edit Master text styles</a:t>
            </a:r>
          </a:p>
        </p:txBody>
      </p:sp>
    </p:spTree>
    <p:extLst>
      <p:ext uri="{BB962C8B-B14F-4D97-AF65-F5344CB8AC3E}">
        <p14:creationId xmlns:p14="http://schemas.microsoft.com/office/powerpoint/2010/main" val="5265197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and content 02">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E18B122A-848F-E50E-C503-3930933A5C64}"/>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68908"/>
          <a:stretch/>
        </p:blipFill>
        <p:spPr>
          <a:xfrm>
            <a:off x="8401354" y="0"/>
            <a:ext cx="3790646" cy="6857999"/>
          </a:xfrm>
          <a:prstGeom prst="rect">
            <a:avLst/>
          </a:prstGeom>
        </p:spPr>
      </p:pic>
      <p:pic>
        <p:nvPicPr>
          <p:cNvPr id="12" name="Graphic 11">
            <a:extLst>
              <a:ext uri="{FF2B5EF4-FFF2-40B4-BE49-F238E27FC236}">
                <a16:creationId xmlns:a16="http://schemas.microsoft.com/office/drawing/2014/main" id="{08CD9875-E4AF-D7EA-9F8B-D27F2C3104A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2297076"/>
            <a:ext cx="2286000" cy="2286000"/>
          </a:xfrm>
          <a:prstGeom prst="rect">
            <a:avLst/>
          </a:prstGeom>
        </p:spPr>
      </p:pic>
      <p:pic>
        <p:nvPicPr>
          <p:cNvPr id="13" name="Graphic 12">
            <a:extLst>
              <a:ext uri="{FF2B5EF4-FFF2-40B4-BE49-F238E27FC236}">
                <a16:creationId xmlns:a16="http://schemas.microsoft.com/office/drawing/2014/main" id="{8513E8A3-5E78-5821-6B7B-AF6343ACA739}"/>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2297076"/>
            <a:ext cx="1504649" cy="2286000"/>
          </a:xfrm>
          <a:prstGeom prst="rect">
            <a:avLst/>
          </a:prstGeom>
        </p:spPr>
      </p:pic>
      <p:pic>
        <p:nvPicPr>
          <p:cNvPr id="14" name="Graphic 13">
            <a:extLst>
              <a:ext uri="{FF2B5EF4-FFF2-40B4-BE49-F238E27FC236}">
                <a16:creationId xmlns:a16="http://schemas.microsoft.com/office/drawing/2014/main" id="{E256415C-5388-7D35-1C15-8DA4ACDCA1F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9452"/>
            <a:ext cx="2286000" cy="2286000"/>
          </a:xfrm>
          <a:prstGeom prst="rect">
            <a:avLst/>
          </a:prstGeom>
        </p:spPr>
      </p:pic>
      <p:pic>
        <p:nvPicPr>
          <p:cNvPr id="15" name="Graphic 14">
            <a:extLst>
              <a:ext uri="{FF2B5EF4-FFF2-40B4-BE49-F238E27FC236}">
                <a16:creationId xmlns:a16="http://schemas.microsoft.com/office/drawing/2014/main" id="{8B78E2E7-B83A-F17C-9869-FED59DD512EA}"/>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a:t>Click to edit Master title style</a:t>
            </a:r>
            <a:endParaRPr lang="en-US" dirty="0"/>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6556375" cy="4479925"/>
          </a:xfr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24474693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Section break with image 02">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0321C850-160D-5CD7-B829-ADE752EA7AB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50000"/>
          <a:stretch/>
        </p:blipFill>
        <p:spPr>
          <a:xfrm>
            <a:off x="6096000" y="0"/>
            <a:ext cx="6096000" cy="6857999"/>
          </a:xfrm>
          <a:prstGeom prst="rect">
            <a:avLst/>
          </a:prstGeom>
        </p:spPr>
      </p:pic>
      <p:pic>
        <p:nvPicPr>
          <p:cNvPr id="6" name="Graphic 5">
            <a:extLst>
              <a:ext uri="{FF2B5EF4-FFF2-40B4-BE49-F238E27FC236}">
                <a16:creationId xmlns:a16="http://schemas.microsoft.com/office/drawing/2014/main" id="{33105707-8D59-D00C-596A-380479D0E0D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2297076"/>
            <a:ext cx="2286000" cy="2286000"/>
          </a:xfrm>
          <a:prstGeom prst="rect">
            <a:avLst/>
          </a:prstGeom>
        </p:spPr>
      </p:pic>
      <p:pic>
        <p:nvPicPr>
          <p:cNvPr id="7" name="Graphic 6">
            <a:extLst>
              <a:ext uri="{FF2B5EF4-FFF2-40B4-BE49-F238E27FC236}">
                <a16:creationId xmlns:a16="http://schemas.microsoft.com/office/drawing/2014/main" id="{3DC4FC4F-BE00-1554-FEBD-DE21F3AB35BB}"/>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2297076"/>
            <a:ext cx="1504649" cy="2286000"/>
          </a:xfrm>
          <a:prstGeom prst="rect">
            <a:avLst/>
          </a:prstGeom>
        </p:spPr>
      </p:pic>
      <p:pic>
        <p:nvPicPr>
          <p:cNvPr id="8" name="Graphic 7">
            <a:extLst>
              <a:ext uri="{FF2B5EF4-FFF2-40B4-BE49-F238E27FC236}">
                <a16:creationId xmlns:a16="http://schemas.microsoft.com/office/drawing/2014/main" id="{0A310F08-0B34-7E1C-7605-4F81502355F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9452"/>
            <a:ext cx="2286000" cy="2286000"/>
          </a:xfrm>
          <a:prstGeom prst="rect">
            <a:avLst/>
          </a:prstGeom>
        </p:spPr>
      </p:pic>
      <p:pic>
        <p:nvPicPr>
          <p:cNvPr id="9" name="Graphic 8">
            <a:extLst>
              <a:ext uri="{FF2B5EF4-FFF2-40B4-BE49-F238E27FC236}">
                <a16:creationId xmlns:a16="http://schemas.microsoft.com/office/drawing/2014/main" id="{63371AFC-6FAC-3C10-CCC0-ECE8DB9E9972}"/>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sp>
        <p:nvSpPr>
          <p:cNvPr id="2" name="Title 1">
            <a:extLst>
              <a:ext uri="{FF2B5EF4-FFF2-40B4-BE49-F238E27FC236}">
                <a16:creationId xmlns:a16="http://schemas.microsoft.com/office/drawing/2014/main" id="{9BAE121A-5259-1180-7385-CE2C03431052}"/>
              </a:ext>
            </a:extLst>
          </p:cNvPr>
          <p:cNvSpPr>
            <a:spLocks noGrp="1"/>
          </p:cNvSpPr>
          <p:nvPr>
            <p:ph type="title"/>
          </p:nvPr>
        </p:nvSpPr>
        <p:spPr>
          <a:xfrm>
            <a:off x="841248" y="841248"/>
            <a:ext cx="10479024" cy="557784"/>
          </a:xfrm>
        </p:spPr>
        <p:txBody>
          <a:bodyPr anchor="t"/>
          <a:lstStyle>
            <a:lvl1pPr>
              <a:defRPr sz="2000" b="1" cap="all" spc="300" baseline="0">
                <a:solidFill>
                  <a:schemeClr val="bg1">
                    <a:lumMod val="95000"/>
                  </a:schemeClr>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B810682D-F26A-B1BF-CD97-BB8BD31B2F32}"/>
              </a:ext>
            </a:extLst>
          </p:cNvPr>
          <p:cNvSpPr>
            <a:spLocks noGrp="1"/>
          </p:cNvSpPr>
          <p:nvPr>
            <p:ph type="body" sz="quarter" idx="10"/>
          </p:nvPr>
        </p:nvSpPr>
        <p:spPr>
          <a:xfrm>
            <a:off x="841247" y="1536192"/>
            <a:ext cx="10479024" cy="2679192"/>
          </a:xfrm>
        </p:spPr>
        <p:txBody>
          <a:bodyPr/>
          <a:lstStyle>
            <a:lvl1pPr marL="0" indent="0">
              <a:lnSpc>
                <a:spcPct val="75000"/>
              </a:lnSpc>
              <a:buNone/>
              <a:defRPr sz="8000">
                <a:solidFill>
                  <a:schemeClr val="bg1">
                    <a:lumMod val="95000"/>
                  </a:schemeClr>
                </a:solidFill>
              </a:defRPr>
            </a:lvl1pPr>
          </a:lstStyle>
          <a:p>
            <a:pPr lvl="0"/>
            <a:r>
              <a:rPr lang="en-US"/>
              <a:t>Click to edit Master text styles</a:t>
            </a:r>
          </a:p>
        </p:txBody>
      </p:sp>
      <p:sp>
        <p:nvSpPr>
          <p:cNvPr id="16" name="Picture Placeholder 15">
            <a:extLst>
              <a:ext uri="{FF2B5EF4-FFF2-40B4-BE49-F238E27FC236}">
                <a16:creationId xmlns:a16="http://schemas.microsoft.com/office/drawing/2014/main" id="{7E35C9AB-B94F-CACD-3F8A-C5FE3B695994}"/>
              </a:ext>
            </a:extLst>
          </p:cNvPr>
          <p:cNvSpPr>
            <a:spLocks noGrp="1"/>
          </p:cNvSpPr>
          <p:nvPr>
            <p:ph type="pic" sz="quarter" idx="11"/>
          </p:nvPr>
        </p:nvSpPr>
        <p:spPr>
          <a:xfrm>
            <a:off x="0" y="4462272"/>
            <a:ext cx="12188952" cy="2395728"/>
          </a:xfrm>
          <a:solidFill>
            <a:schemeClr val="accent6">
              <a:lumMod val="75000"/>
            </a:schemeClr>
          </a:solidFill>
        </p:spPr>
        <p:txBody>
          <a:bodyPr/>
          <a:lstStyle>
            <a:lvl1pPr marL="0" indent="0" algn="ctr">
              <a:buNone/>
              <a:defRPr>
                <a:solidFill>
                  <a:sysClr val="windowText" lastClr="000000"/>
                </a:solidFill>
              </a:defRPr>
            </a:lvl1pPr>
          </a:lstStyle>
          <a:p>
            <a:r>
              <a:rPr lang="en-US"/>
              <a:t>Click icon to add picture</a:t>
            </a:r>
            <a:endParaRPr lang="en-US" dirty="0"/>
          </a:p>
        </p:txBody>
      </p:sp>
    </p:spTree>
    <p:extLst>
      <p:ext uri="{BB962C8B-B14F-4D97-AF65-F5344CB8AC3E}">
        <p14:creationId xmlns:p14="http://schemas.microsoft.com/office/powerpoint/2010/main" val="40269307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wo content 01">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D0F0E0D3-11E9-A85D-821D-49C27B06B06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7659"/>
          <a:stretch/>
        </p:blipFill>
        <p:spPr>
          <a:xfrm>
            <a:off x="10687350" y="12700"/>
            <a:ext cx="1504649" cy="6858000"/>
          </a:xfrm>
          <a:prstGeom prst="rect">
            <a:avLst/>
          </a:prstGeom>
        </p:spPr>
      </p:pic>
      <p:pic>
        <p:nvPicPr>
          <p:cNvPr id="6" name="Graphic 5">
            <a:extLst>
              <a:ext uri="{FF2B5EF4-FFF2-40B4-BE49-F238E27FC236}">
                <a16:creationId xmlns:a16="http://schemas.microsoft.com/office/drawing/2014/main" id="{7433D848-BBB0-8852-CBA7-96FB04BFADE7}"/>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556"/>
          <a:stretch/>
        </p:blipFill>
        <p:spPr>
          <a:xfrm>
            <a:off x="10687351" y="4584700"/>
            <a:ext cx="1504649" cy="1130300"/>
          </a:xfrm>
          <a:prstGeom prst="rect">
            <a:avLst/>
          </a:prstGeom>
        </p:spPr>
      </p:pic>
      <p:pic>
        <p:nvPicPr>
          <p:cNvPr id="7" name="Graphic 6">
            <a:extLst>
              <a:ext uri="{FF2B5EF4-FFF2-40B4-BE49-F238E27FC236}">
                <a16:creationId xmlns:a16="http://schemas.microsoft.com/office/drawing/2014/main" id="{3A0A5B28-1267-FF8C-DD34-4AE0CE17FD97}"/>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2297076"/>
            <a:ext cx="1504649" cy="2286000"/>
          </a:xfrm>
          <a:prstGeom prst="rect">
            <a:avLst/>
          </a:prstGeom>
        </p:spPr>
      </p:pic>
      <p:pic>
        <p:nvPicPr>
          <p:cNvPr id="8" name="Graphic 7">
            <a:extLst>
              <a:ext uri="{FF2B5EF4-FFF2-40B4-BE49-F238E27FC236}">
                <a16:creationId xmlns:a16="http://schemas.microsoft.com/office/drawing/2014/main" id="{72FE7896-D379-408C-54BB-757C71F0DEF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49515" r="34180"/>
          <a:stretch/>
        </p:blipFill>
        <p:spPr>
          <a:xfrm>
            <a:off x="10687351" y="1141376"/>
            <a:ext cx="1504649" cy="1154076"/>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a:t>Click to edit Master title style</a:t>
            </a:r>
            <a:endParaRPr lang="en-US" dirty="0"/>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a:extLst>
              <a:ext uri="{FF2B5EF4-FFF2-40B4-BE49-F238E27FC236}">
                <a16:creationId xmlns:a16="http://schemas.microsoft.com/office/drawing/2014/main" id="{37E02B10-F9DF-509C-64D5-91DEB6988175}"/>
              </a:ext>
            </a:extLst>
          </p:cNvPr>
          <p:cNvSpPr>
            <a:spLocks noGrp="1"/>
          </p:cNvSpPr>
          <p:nvPr>
            <p:ph type="body" sz="quarter" idx="15"/>
          </p:nvPr>
        </p:nvSpPr>
        <p:spPr>
          <a:xfrm>
            <a:off x="4791455" y="1536826"/>
            <a:ext cx="5650992" cy="557784"/>
          </a:xfrm>
        </p:spPr>
        <p:txBody>
          <a:bodyPr/>
          <a:lstStyle>
            <a:lvl1pPr marL="0" indent="0">
              <a:lnSpc>
                <a:spcPct val="90000"/>
              </a:lnSpc>
              <a:spcBef>
                <a:spcPts val="1000"/>
              </a:spcBef>
              <a:spcAft>
                <a:spcPts val="0"/>
              </a:spcAft>
              <a:buNone/>
              <a:defRPr sz="2000" b="1" baseline="0">
                <a:solidFill>
                  <a:schemeClr val="tx1"/>
                </a:solidFill>
                <a:latin typeface="+mj-lt"/>
              </a:defRPr>
            </a:lvl1pPr>
          </a:lstStyle>
          <a:p>
            <a:pPr lvl="0"/>
            <a:r>
              <a:rPr lang="en-US"/>
              <a:t>Click to edit Master text styles</a:t>
            </a:r>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91456" y="2267712"/>
            <a:ext cx="5650992" cy="3767328"/>
          </a:xfr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9686218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Title and content with image">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DCE1CF12-4201-C23B-7B9A-02EB4F8A79C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396"/>
          <a:stretch/>
        </p:blipFill>
        <p:spPr>
          <a:xfrm>
            <a:off x="0" y="5731980"/>
            <a:ext cx="12192000" cy="1138720"/>
          </a:xfrm>
          <a:prstGeom prst="rect">
            <a:avLst/>
          </a:prstGeom>
        </p:spPr>
      </p:pic>
      <p:pic>
        <p:nvPicPr>
          <p:cNvPr id="12" name="Graphic 11">
            <a:extLst>
              <a:ext uri="{FF2B5EF4-FFF2-40B4-BE49-F238E27FC236}">
                <a16:creationId xmlns:a16="http://schemas.microsoft.com/office/drawing/2014/main" id="{513CE0C7-867A-80BB-9E96-3008375B7EE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r="68854" b="83396"/>
          <a:stretch/>
        </p:blipFill>
        <p:spPr>
          <a:xfrm>
            <a:off x="0" y="12700"/>
            <a:ext cx="3797300" cy="1138720"/>
          </a:xfrm>
          <a:prstGeom prst="rect">
            <a:avLst/>
          </a:prstGeom>
        </p:spPr>
      </p:pic>
      <p:pic>
        <p:nvPicPr>
          <p:cNvPr id="13" name="Graphic 12">
            <a:extLst>
              <a:ext uri="{FF2B5EF4-FFF2-40B4-BE49-F238E27FC236}">
                <a16:creationId xmlns:a16="http://schemas.microsoft.com/office/drawing/2014/main" id="{736CB758-B1DB-F2E0-00E7-BF5660C5F252}"/>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33598" b="49858"/>
          <a:stretch/>
        </p:blipFill>
        <p:spPr>
          <a:xfrm>
            <a:off x="0" y="9452"/>
            <a:ext cx="1517954" cy="1146248"/>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4764024" y="841248"/>
            <a:ext cx="6556248" cy="557784"/>
          </a:xfrm>
        </p:spPr>
        <p:txBody>
          <a:bodyPr anchor="t"/>
          <a:lstStyle>
            <a:lvl1pPr>
              <a:defRPr sz="2000" cap="all" spc="300" baseline="0"/>
            </a:lvl1pPr>
          </a:lstStyle>
          <a:p>
            <a:r>
              <a:rPr lang="en-US"/>
              <a:t>Click to edit Master title style</a:t>
            </a:r>
            <a:endParaRPr lang="en-US" dirty="0"/>
          </a:p>
        </p:txBody>
      </p:sp>
      <p:sp>
        <p:nvSpPr>
          <p:cNvPr id="14" name="Picture Placeholder 15">
            <a:extLst>
              <a:ext uri="{FF2B5EF4-FFF2-40B4-BE49-F238E27FC236}">
                <a16:creationId xmlns:a16="http://schemas.microsoft.com/office/drawing/2014/main" id="{A780F1E2-F795-D408-7361-9B32EA12F8E7}"/>
              </a:ext>
            </a:extLst>
          </p:cNvPr>
          <p:cNvSpPr>
            <a:spLocks noGrp="1"/>
          </p:cNvSpPr>
          <p:nvPr>
            <p:ph type="pic" sz="quarter" idx="14"/>
          </p:nvPr>
        </p:nvSpPr>
        <p:spPr>
          <a:xfrm>
            <a:off x="0" y="836676"/>
            <a:ext cx="3785616" cy="5184648"/>
          </a:xfrm>
          <a:solidFill>
            <a:schemeClr val="accent6">
              <a:lumMod val="75000"/>
            </a:schemeClr>
          </a:solidFill>
        </p:spPr>
        <p:txBody>
          <a:bodyPr/>
          <a:lstStyle>
            <a:lvl1pPr marL="0" indent="0" algn="ctr">
              <a:buNone/>
              <a:defRPr>
                <a:solidFill>
                  <a:sysClr val="windowText" lastClr="000000"/>
                </a:solidFill>
              </a:defRPr>
            </a:lvl1pPr>
          </a:lstStyle>
          <a:p>
            <a:r>
              <a:rPr lang="en-US"/>
              <a:t>Click icon to add picture</a:t>
            </a:r>
            <a:endParaRPr lang="en-US" dirty="0"/>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4764023" y="1536827"/>
            <a:ext cx="6556247" cy="4479925"/>
          </a:xfr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322681850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Two content 04">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0059F316-9319-477C-3BD8-C3B19F248AF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7659"/>
          <a:stretch/>
        </p:blipFill>
        <p:spPr>
          <a:xfrm>
            <a:off x="10687350" y="12700"/>
            <a:ext cx="1504649" cy="6858000"/>
          </a:xfrm>
          <a:prstGeom prst="rect">
            <a:avLst/>
          </a:prstGeom>
        </p:spPr>
      </p:pic>
      <p:pic>
        <p:nvPicPr>
          <p:cNvPr id="12" name="Graphic 11">
            <a:extLst>
              <a:ext uri="{FF2B5EF4-FFF2-40B4-BE49-F238E27FC236}">
                <a16:creationId xmlns:a16="http://schemas.microsoft.com/office/drawing/2014/main" id="{AEF98D51-D262-470D-2214-A8A0EDB73625}"/>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4584700"/>
            <a:ext cx="1504649" cy="2286000"/>
          </a:xfrm>
          <a:prstGeom prst="rect">
            <a:avLst/>
          </a:prstGeom>
        </p:spPr>
      </p:pic>
      <p:pic>
        <p:nvPicPr>
          <p:cNvPr id="13" name="Graphic 12">
            <a:extLst>
              <a:ext uri="{FF2B5EF4-FFF2-40B4-BE49-F238E27FC236}">
                <a16:creationId xmlns:a16="http://schemas.microsoft.com/office/drawing/2014/main" id="{3480B83D-EEC7-5C2D-9338-841D0054570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2297076"/>
            <a:ext cx="1504649" cy="2286000"/>
          </a:xfrm>
          <a:prstGeom prst="rect">
            <a:avLst/>
          </a:prstGeom>
        </p:spPr>
      </p:pic>
      <p:pic>
        <p:nvPicPr>
          <p:cNvPr id="14" name="Graphic 13">
            <a:extLst>
              <a:ext uri="{FF2B5EF4-FFF2-40B4-BE49-F238E27FC236}">
                <a16:creationId xmlns:a16="http://schemas.microsoft.com/office/drawing/2014/main" id="{69BE97B1-E4D2-AA2A-1E85-0D5987351359}"/>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pic>
        <p:nvPicPr>
          <p:cNvPr id="15" name="Graphic 14">
            <a:extLst>
              <a:ext uri="{FF2B5EF4-FFF2-40B4-BE49-F238E27FC236}">
                <a16:creationId xmlns:a16="http://schemas.microsoft.com/office/drawing/2014/main" id="{F227120C-DBC1-2EDA-E58C-E1DAD7E550FD}"/>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50000"/>
          <a:stretch/>
        </p:blipFill>
        <p:spPr>
          <a:xfrm>
            <a:off x="0" y="5731979"/>
            <a:ext cx="6096000" cy="1146408"/>
          </a:xfrm>
          <a:prstGeom prst="rect">
            <a:avLst/>
          </a:prstGeom>
        </p:spPr>
      </p:pic>
      <p:pic>
        <p:nvPicPr>
          <p:cNvPr id="17" name="Graphic 16">
            <a:extLst>
              <a:ext uri="{FF2B5EF4-FFF2-40B4-BE49-F238E27FC236}">
                <a16:creationId xmlns:a16="http://schemas.microsoft.com/office/drawing/2014/main" id="{3FDA3437-5725-1727-4B8A-FCE595561932}"/>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18" name="Graphic 17">
            <a:extLst>
              <a:ext uri="{FF2B5EF4-FFF2-40B4-BE49-F238E27FC236}">
                <a16:creationId xmlns:a16="http://schemas.microsoft.com/office/drawing/2014/main" id="{35C8D2AF-CEDF-4131-723C-91569E90C29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a:t>Click to edit Master title style</a:t>
            </a:r>
            <a:endParaRPr lang="en-US" dirty="0"/>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p:spPr>
        <p:txBody>
          <a:bodyPr>
            <a:normAutofit/>
          </a:bodyPr>
          <a:lstStyle>
            <a:lvl1pPr marL="0" indent="0">
              <a:lnSpc>
                <a:spcPct val="90000"/>
              </a:lnSpc>
              <a:spcAft>
                <a:spcPts val="1800"/>
              </a:spcAft>
              <a:buSzPct val="100000"/>
              <a:buNone/>
              <a:defRPr sz="2000" b="1"/>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91456" y="1536827"/>
            <a:ext cx="5650992" cy="4480560"/>
          </a:xfrm>
        </p:spPr>
        <p:txBody>
          <a:bodyPr>
            <a:normAutofit/>
          </a:bodyPr>
          <a:lstStyle>
            <a:lvl1pPr marL="457200" indent="-457200">
              <a:lnSpc>
                <a:spcPct val="90000"/>
              </a:lnSpc>
              <a:spcBef>
                <a:spcPts val="1000"/>
              </a:spcBef>
              <a:spcAft>
                <a:spcPts val="0"/>
              </a:spcAft>
              <a:buSzPct val="100000"/>
              <a:buFont typeface="+mj-lt"/>
              <a:buAutoNum type="arabicPeriod"/>
              <a:defRPr sz="2000"/>
            </a:lvl1pPr>
            <a:lvl2pPr marL="914400" indent="-457200">
              <a:buSzPct val="100000"/>
              <a:buFont typeface="+mj-lt"/>
              <a:buAutoNum type="alphaLcPeriod"/>
              <a:defRPr sz="2000"/>
            </a:lvl2pPr>
            <a:lvl3pPr marL="1371600" indent="-457200">
              <a:buSzPct val="100000"/>
              <a:buFont typeface="+mj-lt"/>
              <a:buAutoNum type="romanLcPeriod"/>
              <a:defRPr sz="1800"/>
            </a:lvl3pPr>
            <a:lvl4pPr marL="1828800" indent="-457200">
              <a:buSzPct val="100000"/>
              <a:buFont typeface="+mj-lt"/>
              <a:buAutoNum type="arabicParenR"/>
              <a:defRPr sz="1800"/>
            </a:lvl4pPr>
            <a:lvl5pPr marL="2286000" indent="-457200">
              <a:buSzPct val="100000"/>
              <a:buFont typeface="+mj-lt"/>
              <a:buAutoNum type="alphaLcParen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318068266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Closin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610FBCDE-EE59-33A6-32CA-9F6279AA435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12700"/>
            <a:ext cx="12192000" cy="6858000"/>
          </a:xfrm>
          <a:prstGeom prst="rect">
            <a:avLst/>
          </a:prstGeom>
        </p:spPr>
      </p:pic>
      <p:pic>
        <p:nvPicPr>
          <p:cNvPr id="6" name="Graphic 5">
            <a:extLst>
              <a:ext uri="{FF2B5EF4-FFF2-40B4-BE49-F238E27FC236}">
                <a16:creationId xmlns:a16="http://schemas.microsoft.com/office/drawing/2014/main" id="{E45A58EF-738C-B1BA-F49A-84ADB68F8A88}"/>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b="49858"/>
          <a:stretch/>
        </p:blipFill>
        <p:spPr>
          <a:xfrm>
            <a:off x="8401354" y="9452"/>
            <a:ext cx="2286000" cy="1146248"/>
          </a:xfrm>
          <a:prstGeom prst="rect">
            <a:avLst/>
          </a:prstGeom>
        </p:spPr>
      </p:pic>
      <p:pic>
        <p:nvPicPr>
          <p:cNvPr id="7" name="Graphic 6">
            <a:extLst>
              <a:ext uri="{FF2B5EF4-FFF2-40B4-BE49-F238E27FC236}">
                <a16:creationId xmlns:a16="http://schemas.microsoft.com/office/drawing/2014/main" id="{37F78E2C-6843-1373-E993-79393D858434}"/>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49858"/>
          <a:stretch/>
        </p:blipFill>
        <p:spPr>
          <a:xfrm>
            <a:off x="10687351" y="9452"/>
            <a:ext cx="1504649" cy="1146248"/>
          </a:xfrm>
          <a:prstGeom prst="rect">
            <a:avLst/>
          </a:prstGeom>
        </p:spPr>
      </p:pic>
      <p:pic>
        <p:nvPicPr>
          <p:cNvPr id="8" name="Graphic 7">
            <a:extLst>
              <a:ext uri="{FF2B5EF4-FFF2-40B4-BE49-F238E27FC236}">
                <a16:creationId xmlns:a16="http://schemas.microsoft.com/office/drawing/2014/main" id="{9559DD38-C8CC-7B28-F492-ACB263A81476}"/>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9" name="Graphic 8">
            <a:extLst>
              <a:ext uri="{FF2B5EF4-FFF2-40B4-BE49-F238E27FC236}">
                <a16:creationId xmlns:a16="http://schemas.microsoft.com/office/drawing/2014/main" id="{8DEFF3B2-90E8-5D9B-CEA8-00B05000BF0E}"/>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13" name="Title 123">
            <a:extLst>
              <a:ext uri="{FF2B5EF4-FFF2-40B4-BE49-F238E27FC236}">
                <a16:creationId xmlns:a16="http://schemas.microsoft.com/office/drawing/2014/main" id="{0B9C7C4B-FC2C-5D51-5679-3D5ED85185DA}"/>
              </a:ext>
            </a:extLst>
          </p:cNvPr>
          <p:cNvSpPr>
            <a:spLocks noGrp="1"/>
          </p:cNvSpPr>
          <p:nvPr>
            <p:ph type="title"/>
          </p:nvPr>
        </p:nvSpPr>
        <p:spPr>
          <a:xfrm>
            <a:off x="841243" y="832104"/>
            <a:ext cx="10479088" cy="2587625"/>
          </a:xfrm>
        </p:spPr>
        <p:txBody>
          <a:bodyPr anchor="t"/>
          <a:lstStyle>
            <a:lvl1pPr>
              <a:lnSpc>
                <a:spcPct val="75000"/>
              </a:lnSpc>
              <a:defRPr sz="8000" b="0" spc="0" baseline="0">
                <a:solidFill>
                  <a:schemeClr val="bg1"/>
                </a:solidFill>
                <a:latin typeface="+mn-lt"/>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C79F5B69-7199-E3E6-5554-6CC2207D48E4}"/>
              </a:ext>
            </a:extLst>
          </p:cNvPr>
          <p:cNvSpPr>
            <a:spLocks noGrp="1"/>
          </p:cNvSpPr>
          <p:nvPr>
            <p:ph type="body" sz="quarter" idx="11"/>
          </p:nvPr>
        </p:nvSpPr>
        <p:spPr>
          <a:xfrm>
            <a:off x="841375" y="3705309"/>
            <a:ext cx="10479088" cy="2587625"/>
          </a:xfrm>
        </p:spPr>
        <p:txBody>
          <a:bodyPr/>
          <a:lstStyle>
            <a:lvl1pPr marL="0" indent="0">
              <a:lnSpc>
                <a:spcPct val="130000"/>
              </a:lnSpc>
              <a:spcAft>
                <a:spcPts val="1000"/>
              </a:spcAft>
              <a:buNone/>
              <a:defRPr b="1" i="0" cap="all" spc="300" baseline="0">
                <a:solidFill>
                  <a:schemeClr val="bg1"/>
                </a:solidFill>
                <a:latin typeface="+mj-lt"/>
              </a:defRPr>
            </a:lvl1pPr>
          </a:lstStyle>
          <a:p>
            <a:pPr lvl="0"/>
            <a:r>
              <a:rPr lang="en-US"/>
              <a:t>Click to edit Master text styles</a:t>
            </a:r>
          </a:p>
        </p:txBody>
      </p:sp>
    </p:spTree>
    <p:extLst>
      <p:ext uri="{BB962C8B-B14F-4D97-AF65-F5344CB8AC3E}">
        <p14:creationId xmlns:p14="http://schemas.microsoft.com/office/powerpoint/2010/main" val="100762175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0059F316-9319-477C-3BD8-C3B19F248AF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7659"/>
          <a:stretch/>
        </p:blipFill>
        <p:spPr>
          <a:xfrm>
            <a:off x="10687350" y="12700"/>
            <a:ext cx="1504649" cy="6858000"/>
          </a:xfrm>
          <a:prstGeom prst="rect">
            <a:avLst/>
          </a:prstGeom>
        </p:spPr>
      </p:pic>
      <p:pic>
        <p:nvPicPr>
          <p:cNvPr id="12" name="Graphic 11">
            <a:extLst>
              <a:ext uri="{FF2B5EF4-FFF2-40B4-BE49-F238E27FC236}">
                <a16:creationId xmlns:a16="http://schemas.microsoft.com/office/drawing/2014/main" id="{AEF98D51-D262-470D-2214-A8A0EDB73625}"/>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4584700"/>
            <a:ext cx="1504649" cy="2286000"/>
          </a:xfrm>
          <a:prstGeom prst="rect">
            <a:avLst/>
          </a:prstGeom>
        </p:spPr>
      </p:pic>
      <p:pic>
        <p:nvPicPr>
          <p:cNvPr id="13" name="Graphic 12">
            <a:extLst>
              <a:ext uri="{FF2B5EF4-FFF2-40B4-BE49-F238E27FC236}">
                <a16:creationId xmlns:a16="http://schemas.microsoft.com/office/drawing/2014/main" id="{3480B83D-EEC7-5C2D-9338-841D0054570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2297076"/>
            <a:ext cx="1504649" cy="2286000"/>
          </a:xfrm>
          <a:prstGeom prst="rect">
            <a:avLst/>
          </a:prstGeom>
        </p:spPr>
      </p:pic>
      <p:pic>
        <p:nvPicPr>
          <p:cNvPr id="14" name="Graphic 13">
            <a:extLst>
              <a:ext uri="{FF2B5EF4-FFF2-40B4-BE49-F238E27FC236}">
                <a16:creationId xmlns:a16="http://schemas.microsoft.com/office/drawing/2014/main" id="{69BE97B1-E4D2-AA2A-1E85-0D5987351359}"/>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pic>
        <p:nvPicPr>
          <p:cNvPr id="15" name="Graphic 14">
            <a:extLst>
              <a:ext uri="{FF2B5EF4-FFF2-40B4-BE49-F238E27FC236}">
                <a16:creationId xmlns:a16="http://schemas.microsoft.com/office/drawing/2014/main" id="{F227120C-DBC1-2EDA-E58C-E1DAD7E550FD}"/>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50000"/>
          <a:stretch/>
        </p:blipFill>
        <p:spPr>
          <a:xfrm>
            <a:off x="0" y="5731979"/>
            <a:ext cx="6096000" cy="1146408"/>
          </a:xfrm>
          <a:prstGeom prst="rect">
            <a:avLst/>
          </a:prstGeom>
        </p:spPr>
      </p:pic>
      <p:pic>
        <p:nvPicPr>
          <p:cNvPr id="17" name="Graphic 16">
            <a:extLst>
              <a:ext uri="{FF2B5EF4-FFF2-40B4-BE49-F238E27FC236}">
                <a16:creationId xmlns:a16="http://schemas.microsoft.com/office/drawing/2014/main" id="{3FDA3437-5725-1727-4B8A-FCE595561932}"/>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18" name="Graphic 17">
            <a:extLst>
              <a:ext uri="{FF2B5EF4-FFF2-40B4-BE49-F238E27FC236}">
                <a16:creationId xmlns:a16="http://schemas.microsoft.com/office/drawing/2014/main" id="{35C8D2AF-CEDF-4131-723C-91569E90C29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a:t>Click to edit Master title style</a:t>
            </a:r>
            <a:endParaRPr lang="en-US" dirty="0"/>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p:spPr>
        <p:txBody>
          <a:bodyPr>
            <a:normAutofit/>
          </a:bodyPr>
          <a:lstStyle>
            <a:lvl1pPr marL="0" indent="0">
              <a:lnSpc>
                <a:spcPct val="90000"/>
              </a:lnSpc>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91456" y="1536827"/>
            <a:ext cx="5650992" cy="4480560"/>
          </a:xfrm>
        </p:spPr>
        <p:txBody>
          <a:bodyPr>
            <a:normAutofit/>
          </a:bodyPr>
          <a:lstStyle>
            <a:lvl1pPr marL="0" indent="0">
              <a:lnSpc>
                <a:spcPct val="90000"/>
              </a:lnSpc>
              <a:spcBef>
                <a:spcPts val="1000"/>
              </a:spcBef>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53274022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content 03">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F227120C-DBC1-2EDA-E58C-E1DAD7E550FD}"/>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50000"/>
          <a:stretch/>
        </p:blipFill>
        <p:spPr>
          <a:xfrm>
            <a:off x="0" y="5731979"/>
            <a:ext cx="6096000" cy="1146408"/>
          </a:xfrm>
          <a:prstGeom prst="rect">
            <a:avLst/>
          </a:prstGeom>
        </p:spPr>
      </p:pic>
      <p:pic>
        <p:nvPicPr>
          <p:cNvPr id="17" name="Graphic 16">
            <a:extLst>
              <a:ext uri="{FF2B5EF4-FFF2-40B4-BE49-F238E27FC236}">
                <a16:creationId xmlns:a16="http://schemas.microsoft.com/office/drawing/2014/main" id="{3FDA3437-5725-1727-4B8A-FCE595561932}"/>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18" name="Graphic 17">
            <a:extLst>
              <a:ext uri="{FF2B5EF4-FFF2-40B4-BE49-F238E27FC236}">
                <a16:creationId xmlns:a16="http://schemas.microsoft.com/office/drawing/2014/main" id="{35C8D2AF-CEDF-4131-723C-91569E90C29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a:t>Click to edit Master title style</a:t>
            </a:r>
            <a:endParaRPr lang="en-US" dirty="0"/>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p:spPr>
        <p:txBody>
          <a:bodyPr>
            <a:normAutofit/>
          </a:bodyPr>
          <a:lstStyle>
            <a:lvl1pPr marL="342900" indent="-342900">
              <a:lnSpc>
                <a:spcPct val="90000"/>
              </a:lnSpc>
              <a:spcAft>
                <a:spcPts val="1800"/>
              </a:spcAft>
              <a:buSzPct val="100000"/>
              <a:buFont typeface="Arial" panose="020B0604020202020204" pitchFamily="34" charset="0"/>
              <a:buChar char="•"/>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27448" y="1536827"/>
            <a:ext cx="6592824" cy="4480560"/>
          </a:xfrm>
        </p:spPr>
        <p:txBody>
          <a:bodyPr>
            <a:normAutofit/>
          </a:bodyPr>
          <a:lstStyle>
            <a:lvl1pPr marL="0" indent="0">
              <a:lnSpc>
                <a:spcPct val="90000"/>
              </a:lnSpc>
              <a:spcBef>
                <a:spcPts val="1000"/>
              </a:spcBef>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pic>
        <p:nvPicPr>
          <p:cNvPr id="5" name="Graphic 4">
            <a:extLst>
              <a:ext uri="{FF2B5EF4-FFF2-40B4-BE49-F238E27FC236}">
                <a16:creationId xmlns:a16="http://schemas.microsoft.com/office/drawing/2014/main" id="{3FD831DA-EDBD-A492-3E6D-6ABBF4438FC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7659" b="83148"/>
          <a:stretch/>
        </p:blipFill>
        <p:spPr>
          <a:xfrm>
            <a:off x="10687350" y="12700"/>
            <a:ext cx="1504649" cy="1155700"/>
          </a:xfrm>
          <a:prstGeom prst="rect">
            <a:avLst/>
          </a:prstGeom>
        </p:spPr>
      </p:pic>
      <p:pic>
        <p:nvPicPr>
          <p:cNvPr id="6" name="Graphic 5">
            <a:extLst>
              <a:ext uri="{FF2B5EF4-FFF2-40B4-BE49-F238E27FC236}">
                <a16:creationId xmlns:a16="http://schemas.microsoft.com/office/drawing/2014/main" id="{00071AEB-E268-A464-7197-69FA762C3C5E}"/>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49444"/>
          <a:stretch/>
        </p:blipFill>
        <p:spPr>
          <a:xfrm>
            <a:off x="10687351" y="9452"/>
            <a:ext cx="1504649" cy="1155700"/>
          </a:xfrm>
          <a:prstGeom prst="rect">
            <a:avLst/>
          </a:prstGeom>
        </p:spPr>
      </p:pic>
    </p:spTree>
    <p:extLst>
      <p:ext uri="{BB962C8B-B14F-4D97-AF65-F5344CB8AC3E}">
        <p14:creationId xmlns:p14="http://schemas.microsoft.com/office/powerpoint/2010/main" val="296928757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content 03">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EC5788EE-4EDA-20FA-8EB9-2F0639E8A2BC}"/>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50000" t="1" b="49999"/>
          <a:stretch/>
        </p:blipFill>
        <p:spPr>
          <a:xfrm>
            <a:off x="6096000" y="0"/>
            <a:ext cx="6095999" cy="3429000"/>
          </a:xfrm>
          <a:prstGeom prst="rect">
            <a:avLst/>
          </a:prstGeom>
        </p:spPr>
      </p:pic>
      <p:pic>
        <p:nvPicPr>
          <p:cNvPr id="8" name="Graphic 7">
            <a:extLst>
              <a:ext uri="{FF2B5EF4-FFF2-40B4-BE49-F238E27FC236}">
                <a16:creationId xmlns:a16="http://schemas.microsoft.com/office/drawing/2014/main" id="{9D053CA0-7A9F-FC49-AD3F-F3280344D76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50000"/>
          <a:stretch/>
        </p:blipFill>
        <p:spPr>
          <a:xfrm>
            <a:off x="0" y="5731979"/>
            <a:ext cx="6096000" cy="1146408"/>
          </a:xfrm>
          <a:prstGeom prst="rect">
            <a:avLst/>
          </a:prstGeom>
        </p:spPr>
      </p:pic>
      <p:pic>
        <p:nvPicPr>
          <p:cNvPr id="10" name="Graphic 9">
            <a:extLst>
              <a:ext uri="{FF2B5EF4-FFF2-40B4-BE49-F238E27FC236}">
                <a16:creationId xmlns:a16="http://schemas.microsoft.com/office/drawing/2014/main" id="{767F6939-7B7E-F49F-8219-DC8CDAC85D5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9452"/>
            <a:ext cx="2286000" cy="2286000"/>
          </a:xfrm>
          <a:prstGeom prst="rect">
            <a:avLst/>
          </a:prstGeom>
        </p:spPr>
      </p:pic>
      <p:pic>
        <p:nvPicPr>
          <p:cNvPr id="11" name="Graphic 10">
            <a:extLst>
              <a:ext uri="{FF2B5EF4-FFF2-40B4-BE49-F238E27FC236}">
                <a16:creationId xmlns:a16="http://schemas.microsoft.com/office/drawing/2014/main" id="{FACCA700-291A-CD50-0CF3-749300C8D7A4}"/>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pic>
        <p:nvPicPr>
          <p:cNvPr id="12" name="Graphic 11">
            <a:extLst>
              <a:ext uri="{FF2B5EF4-FFF2-40B4-BE49-F238E27FC236}">
                <a16:creationId xmlns:a16="http://schemas.microsoft.com/office/drawing/2014/main" id="{0EFADD4D-8EF2-3DF8-F5F4-9459752D546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13" name="Graphic 12">
            <a:extLst>
              <a:ext uri="{FF2B5EF4-FFF2-40B4-BE49-F238E27FC236}">
                <a16:creationId xmlns:a16="http://schemas.microsoft.com/office/drawing/2014/main" id="{B5B36F67-81DA-36AC-5D17-0172FF5A70CA}"/>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a:t>Click to edit Master title style</a:t>
            </a:r>
            <a:endParaRPr lang="en-US" dirty="0"/>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841248" y="1527048"/>
            <a:ext cx="10479024" cy="4498848"/>
          </a:xfrm>
        </p:spPr>
        <p:txBody>
          <a:bodyPr>
            <a:normAutofit/>
          </a:bodyPr>
          <a:lstStyle>
            <a:lvl1pPr marL="0" indent="0">
              <a:lnSpc>
                <a:spcPct val="90000"/>
              </a:lnSpc>
              <a:spcBef>
                <a:spcPts val="1000"/>
              </a:spcBef>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316346316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ection break with image 03">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7E35C9AB-B94F-CACD-3F8A-C5FE3B695994}"/>
              </a:ext>
            </a:extLst>
          </p:cNvPr>
          <p:cNvSpPr>
            <a:spLocks noGrp="1"/>
          </p:cNvSpPr>
          <p:nvPr>
            <p:ph type="pic" sz="quarter" idx="11"/>
          </p:nvPr>
        </p:nvSpPr>
        <p:spPr>
          <a:xfrm>
            <a:off x="6092952" y="0"/>
            <a:ext cx="6099048" cy="6876288"/>
          </a:xfrm>
          <a:solidFill>
            <a:schemeClr val="accent6">
              <a:lumMod val="75000"/>
            </a:schemeClr>
          </a:solidFill>
        </p:spPr>
        <p:txBody>
          <a:bodyPr/>
          <a:lstStyle>
            <a:lvl1pPr marL="0" indent="0" algn="l">
              <a:buNone/>
              <a:defRPr>
                <a:solidFill>
                  <a:schemeClr val="bg1"/>
                </a:solidFill>
              </a:defRPr>
            </a:lvl1pPr>
          </a:lstStyle>
          <a:p>
            <a:r>
              <a:rPr lang="en-US"/>
              <a:t>Click icon to add picture</a:t>
            </a:r>
            <a:endParaRPr lang="en-US" dirty="0"/>
          </a:p>
        </p:txBody>
      </p:sp>
      <p:sp>
        <p:nvSpPr>
          <p:cNvPr id="124" name="Title 123">
            <a:extLst>
              <a:ext uri="{FF2B5EF4-FFF2-40B4-BE49-F238E27FC236}">
                <a16:creationId xmlns:a16="http://schemas.microsoft.com/office/drawing/2014/main" id="{5EF8E4BF-2FB4-FFDD-E565-805C476240FE}"/>
              </a:ext>
            </a:extLst>
          </p:cNvPr>
          <p:cNvSpPr>
            <a:spLocks noGrp="1"/>
          </p:cNvSpPr>
          <p:nvPr>
            <p:ph type="title"/>
          </p:nvPr>
        </p:nvSpPr>
        <p:spPr>
          <a:xfrm>
            <a:off x="841244" y="832104"/>
            <a:ext cx="6099048" cy="5219236"/>
          </a:xfrm>
        </p:spPr>
        <p:txBody>
          <a:bodyPr anchor="t"/>
          <a:lstStyle>
            <a:lvl1pPr>
              <a:lnSpc>
                <a:spcPct val="75000"/>
              </a:lnSpc>
              <a:defRPr sz="8000" b="0" spc="0" baseline="0">
                <a:solidFill>
                  <a:schemeClr val="bg1"/>
                </a:solidFill>
                <a:latin typeface="+mn-lt"/>
              </a:defRPr>
            </a:lvl1pPr>
          </a:lstStyle>
          <a:p>
            <a:r>
              <a:rPr lang="en-US"/>
              <a:t>Click to edit Master title style</a:t>
            </a:r>
            <a:endParaRPr lang="en-US" dirty="0"/>
          </a:p>
        </p:txBody>
      </p:sp>
      <p:sp>
        <p:nvSpPr>
          <p:cNvPr id="123" name="Text Placeholder 122">
            <a:extLst>
              <a:ext uri="{FF2B5EF4-FFF2-40B4-BE49-F238E27FC236}">
                <a16:creationId xmlns:a16="http://schemas.microsoft.com/office/drawing/2014/main" id="{25C59923-6546-AB3B-534C-22113CD9D671}"/>
              </a:ext>
            </a:extLst>
          </p:cNvPr>
          <p:cNvSpPr>
            <a:spLocks noGrp="1"/>
          </p:cNvSpPr>
          <p:nvPr>
            <p:ph type="body" sz="quarter" idx="15"/>
          </p:nvPr>
        </p:nvSpPr>
        <p:spPr>
          <a:xfrm>
            <a:off x="8401353" y="-1"/>
            <a:ext cx="3790650" cy="1155691"/>
          </a:xfrm>
          <a:custGeom>
            <a:avLst/>
            <a:gdLst>
              <a:gd name="connsiteX0" fmla="*/ 2293575 w 3790650"/>
              <a:gd name="connsiteY0" fmla="*/ 0 h 1155691"/>
              <a:gd name="connsiteX1" fmla="*/ 3790650 w 3790650"/>
              <a:gd name="connsiteY1" fmla="*/ 0 h 1155691"/>
              <a:gd name="connsiteX2" fmla="*/ 3790650 w 3790650"/>
              <a:gd name="connsiteY2" fmla="*/ 1098632 h 1155691"/>
              <a:gd name="connsiteX3" fmla="*/ 3775153 w 3790650"/>
              <a:gd name="connsiteY3" fmla="*/ 1104304 h 1155691"/>
              <a:gd name="connsiteX4" fmla="*/ 3435268 w 3790650"/>
              <a:gd name="connsiteY4" fmla="*/ 1155691 h 1155691"/>
              <a:gd name="connsiteX5" fmla="*/ 2292295 w 3790650"/>
              <a:gd name="connsiteY5" fmla="*/ 12701 h 1155691"/>
              <a:gd name="connsiteX6" fmla="*/ 1280 w 3790650"/>
              <a:gd name="connsiteY6" fmla="*/ 0 h 1155691"/>
              <a:gd name="connsiteX7" fmla="*/ 2284665 w 3790650"/>
              <a:gd name="connsiteY7" fmla="*/ 0 h 1155691"/>
              <a:gd name="connsiteX8" fmla="*/ 2285945 w 3790650"/>
              <a:gd name="connsiteY8" fmla="*/ 12701 h 1155691"/>
              <a:gd name="connsiteX9" fmla="*/ 1142973 w 3790650"/>
              <a:gd name="connsiteY9" fmla="*/ 1155691 h 1155691"/>
              <a:gd name="connsiteX10" fmla="*/ 0 w 3790650"/>
              <a:gd name="connsiteY10" fmla="*/ 12701 h 1155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90650" h="1155691">
                <a:moveTo>
                  <a:pt x="2293575" y="0"/>
                </a:moveTo>
                <a:lnTo>
                  <a:pt x="3790650" y="0"/>
                </a:lnTo>
                <a:lnTo>
                  <a:pt x="3790650" y="1098632"/>
                </a:lnTo>
                <a:lnTo>
                  <a:pt x="3775153" y="1104304"/>
                </a:lnTo>
                <a:cubicBezTo>
                  <a:pt x="3667783" y="1137700"/>
                  <a:pt x="3553627" y="1155691"/>
                  <a:pt x="3435268" y="1155691"/>
                </a:cubicBezTo>
                <a:cubicBezTo>
                  <a:pt x="2804021" y="1155691"/>
                  <a:pt x="2292295" y="643957"/>
                  <a:pt x="2292295" y="12701"/>
                </a:cubicBezTo>
                <a:close/>
                <a:moveTo>
                  <a:pt x="1280" y="0"/>
                </a:moveTo>
                <a:lnTo>
                  <a:pt x="2284665" y="0"/>
                </a:lnTo>
                <a:lnTo>
                  <a:pt x="2285945" y="12701"/>
                </a:lnTo>
                <a:cubicBezTo>
                  <a:pt x="2285945" y="643957"/>
                  <a:pt x="1774219" y="1155691"/>
                  <a:pt x="1142973" y="1155691"/>
                </a:cubicBezTo>
                <a:cubicBezTo>
                  <a:pt x="511726" y="1155691"/>
                  <a:pt x="0" y="643957"/>
                  <a:pt x="0" y="12701"/>
                </a:cubicBezTo>
                <a:close/>
              </a:path>
            </a:pathLst>
          </a:custGeom>
          <a:solidFill>
            <a:schemeClr val="accent6">
              <a:lumMod val="75000"/>
              <a:alpha val="25000"/>
            </a:schemeClr>
          </a:solidFill>
        </p:spPr>
        <p:txBody>
          <a:bodyPr wrap="square">
            <a:noAutofit/>
          </a:bodyPr>
          <a:lstStyle>
            <a:lvl1pPr>
              <a:defRPr>
                <a:noFill/>
              </a:defRPr>
            </a:lvl1pPr>
          </a:lstStyle>
          <a:p>
            <a:pPr lvl="0"/>
            <a:r>
              <a:rPr lang="en-US"/>
              <a:t>Click to edit Master text styles</a:t>
            </a:r>
          </a:p>
        </p:txBody>
      </p:sp>
      <p:sp>
        <p:nvSpPr>
          <p:cNvPr id="48" name="Text Placeholder 47">
            <a:extLst>
              <a:ext uri="{FF2B5EF4-FFF2-40B4-BE49-F238E27FC236}">
                <a16:creationId xmlns:a16="http://schemas.microsoft.com/office/drawing/2014/main" id="{880C9A0C-95B8-C535-9B78-63FDB782BE10}"/>
              </a:ext>
            </a:extLst>
          </p:cNvPr>
          <p:cNvSpPr>
            <a:spLocks noGrp="1"/>
          </p:cNvSpPr>
          <p:nvPr>
            <p:ph type="body" sz="quarter" idx="12"/>
          </p:nvPr>
        </p:nvSpPr>
        <p:spPr>
          <a:xfrm>
            <a:off x="-3" y="5727700"/>
            <a:ext cx="12192003" cy="1130300"/>
          </a:xfrm>
          <a:custGeom>
            <a:avLst/>
            <a:gdLst>
              <a:gd name="connsiteX0" fmla="*/ 11823828 w 12192003"/>
              <a:gd name="connsiteY0" fmla="*/ 0 h 1130300"/>
              <a:gd name="connsiteX1" fmla="*/ 12163721 w 12192003"/>
              <a:gd name="connsiteY1" fmla="*/ 51387 h 1130300"/>
              <a:gd name="connsiteX2" fmla="*/ 12192003 w 12192003"/>
              <a:gd name="connsiteY2" fmla="*/ 61738 h 1130300"/>
              <a:gd name="connsiteX3" fmla="*/ 12192003 w 12192003"/>
              <a:gd name="connsiteY3" fmla="*/ 1130300 h 1130300"/>
              <a:gd name="connsiteX4" fmla="*/ 10681469 w 12192003"/>
              <a:gd name="connsiteY4" fmla="*/ 1130300 h 1130300"/>
              <a:gd name="connsiteX5" fmla="*/ 10686729 w 12192003"/>
              <a:gd name="connsiteY5" fmla="*/ 1026126 h 1130300"/>
              <a:gd name="connsiteX6" fmla="*/ 11823828 w 12192003"/>
              <a:gd name="connsiteY6" fmla="*/ 0 h 1130300"/>
              <a:gd name="connsiteX7" fmla="*/ 9531478 w 12192003"/>
              <a:gd name="connsiteY7" fmla="*/ 0 h 1130300"/>
              <a:gd name="connsiteX8" fmla="*/ 10668577 w 12192003"/>
              <a:gd name="connsiteY8" fmla="*/ 1026126 h 1130300"/>
              <a:gd name="connsiteX9" fmla="*/ 10673837 w 12192003"/>
              <a:gd name="connsiteY9" fmla="*/ 1130300 h 1130300"/>
              <a:gd name="connsiteX10" fmla="*/ 8389119 w 12192003"/>
              <a:gd name="connsiteY10" fmla="*/ 1130300 h 1130300"/>
              <a:gd name="connsiteX11" fmla="*/ 8394379 w 12192003"/>
              <a:gd name="connsiteY11" fmla="*/ 1026126 h 1130300"/>
              <a:gd name="connsiteX12" fmla="*/ 9531478 w 12192003"/>
              <a:gd name="connsiteY12" fmla="*/ 0 h 1130300"/>
              <a:gd name="connsiteX13" fmla="*/ 7239129 w 12192003"/>
              <a:gd name="connsiteY13" fmla="*/ 0 h 1130300"/>
              <a:gd name="connsiteX14" fmla="*/ 8376227 w 12192003"/>
              <a:gd name="connsiteY14" fmla="*/ 1026126 h 1130300"/>
              <a:gd name="connsiteX15" fmla="*/ 8381487 w 12192003"/>
              <a:gd name="connsiteY15" fmla="*/ 1130300 h 1130300"/>
              <a:gd name="connsiteX16" fmla="*/ 6096769 w 12192003"/>
              <a:gd name="connsiteY16" fmla="*/ 1130300 h 1130300"/>
              <a:gd name="connsiteX17" fmla="*/ 6102029 w 12192003"/>
              <a:gd name="connsiteY17" fmla="*/ 1026126 h 1130300"/>
              <a:gd name="connsiteX18" fmla="*/ 7239129 w 12192003"/>
              <a:gd name="connsiteY18" fmla="*/ 0 h 1130300"/>
              <a:gd name="connsiteX19" fmla="*/ 4946780 w 12192003"/>
              <a:gd name="connsiteY19" fmla="*/ 0 h 1130300"/>
              <a:gd name="connsiteX20" fmla="*/ 6083878 w 12192003"/>
              <a:gd name="connsiteY20" fmla="*/ 1026126 h 1130300"/>
              <a:gd name="connsiteX21" fmla="*/ 6089139 w 12192003"/>
              <a:gd name="connsiteY21" fmla="*/ 1130300 h 1130300"/>
              <a:gd name="connsiteX22" fmla="*/ 3804423 w 12192003"/>
              <a:gd name="connsiteY22" fmla="*/ 1130300 h 1130300"/>
              <a:gd name="connsiteX23" fmla="*/ 3809684 w 12192003"/>
              <a:gd name="connsiteY23" fmla="*/ 1026126 h 1130300"/>
              <a:gd name="connsiteX24" fmla="*/ 4946780 w 12192003"/>
              <a:gd name="connsiteY24" fmla="*/ 0 h 1130300"/>
              <a:gd name="connsiteX25" fmla="*/ 2654431 w 12192003"/>
              <a:gd name="connsiteY25" fmla="*/ 0 h 1130300"/>
              <a:gd name="connsiteX26" fmla="*/ 3791530 w 12192003"/>
              <a:gd name="connsiteY26" fmla="*/ 1026126 h 1130300"/>
              <a:gd name="connsiteX27" fmla="*/ 3796791 w 12192003"/>
              <a:gd name="connsiteY27" fmla="*/ 1130300 h 1130300"/>
              <a:gd name="connsiteX28" fmla="*/ 1512072 w 12192003"/>
              <a:gd name="connsiteY28" fmla="*/ 1130300 h 1130300"/>
              <a:gd name="connsiteX29" fmla="*/ 1517332 w 12192003"/>
              <a:gd name="connsiteY29" fmla="*/ 1026126 h 1130300"/>
              <a:gd name="connsiteX30" fmla="*/ 2654431 w 12192003"/>
              <a:gd name="connsiteY30" fmla="*/ 0 h 1130300"/>
              <a:gd name="connsiteX31" fmla="*/ 362080 w 12192003"/>
              <a:gd name="connsiteY31" fmla="*/ 0 h 1130300"/>
              <a:gd name="connsiteX32" fmla="*/ 1499179 w 12192003"/>
              <a:gd name="connsiteY32" fmla="*/ 1026126 h 1130300"/>
              <a:gd name="connsiteX33" fmla="*/ 1504439 w 12192003"/>
              <a:gd name="connsiteY33" fmla="*/ 1130300 h 1130300"/>
              <a:gd name="connsiteX34" fmla="*/ 0 w 12192003"/>
              <a:gd name="connsiteY34" fmla="*/ 1130300 h 1130300"/>
              <a:gd name="connsiteX35" fmla="*/ 0 w 12192003"/>
              <a:gd name="connsiteY35" fmla="*/ 59507 h 1130300"/>
              <a:gd name="connsiteX36" fmla="*/ 22187 w 12192003"/>
              <a:gd name="connsiteY36" fmla="*/ 51387 h 1130300"/>
              <a:gd name="connsiteX37" fmla="*/ 362080 w 12192003"/>
              <a:gd name="connsiteY37" fmla="*/ 0 h 1130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192003" h="1130300">
                <a:moveTo>
                  <a:pt x="11823828" y="0"/>
                </a:moveTo>
                <a:cubicBezTo>
                  <a:pt x="11942189" y="0"/>
                  <a:pt x="12056349" y="17991"/>
                  <a:pt x="12163721" y="51387"/>
                </a:cubicBezTo>
                <a:lnTo>
                  <a:pt x="12192003" y="61738"/>
                </a:lnTo>
                <a:lnTo>
                  <a:pt x="12192003" y="1130300"/>
                </a:lnTo>
                <a:lnTo>
                  <a:pt x="10681469" y="1130300"/>
                </a:lnTo>
                <a:lnTo>
                  <a:pt x="10686729" y="1026126"/>
                </a:lnTo>
                <a:cubicBezTo>
                  <a:pt x="10745262" y="449767"/>
                  <a:pt x="11232021" y="0"/>
                  <a:pt x="11823828" y="0"/>
                </a:cubicBezTo>
                <a:close/>
                <a:moveTo>
                  <a:pt x="9531478" y="0"/>
                </a:moveTo>
                <a:cubicBezTo>
                  <a:pt x="10123285" y="0"/>
                  <a:pt x="10610044" y="449767"/>
                  <a:pt x="10668577" y="1026126"/>
                </a:cubicBezTo>
                <a:lnTo>
                  <a:pt x="10673837" y="1130300"/>
                </a:lnTo>
                <a:lnTo>
                  <a:pt x="8389119" y="1130300"/>
                </a:lnTo>
                <a:lnTo>
                  <a:pt x="8394379" y="1026126"/>
                </a:lnTo>
                <a:cubicBezTo>
                  <a:pt x="8452912" y="449767"/>
                  <a:pt x="8939671" y="0"/>
                  <a:pt x="9531478" y="0"/>
                </a:cubicBezTo>
                <a:close/>
                <a:moveTo>
                  <a:pt x="7239129" y="0"/>
                </a:moveTo>
                <a:cubicBezTo>
                  <a:pt x="7830936" y="0"/>
                  <a:pt x="8317694" y="449767"/>
                  <a:pt x="8376227" y="1026126"/>
                </a:cubicBezTo>
                <a:lnTo>
                  <a:pt x="8381487" y="1130300"/>
                </a:lnTo>
                <a:lnTo>
                  <a:pt x="6096769" y="1130300"/>
                </a:lnTo>
                <a:lnTo>
                  <a:pt x="6102029" y="1026126"/>
                </a:lnTo>
                <a:cubicBezTo>
                  <a:pt x="6160563" y="449767"/>
                  <a:pt x="6647322" y="0"/>
                  <a:pt x="7239129" y="0"/>
                </a:cubicBezTo>
                <a:close/>
                <a:moveTo>
                  <a:pt x="4946780" y="0"/>
                </a:moveTo>
                <a:cubicBezTo>
                  <a:pt x="5538587" y="0"/>
                  <a:pt x="6025345" y="449767"/>
                  <a:pt x="6083878" y="1026126"/>
                </a:cubicBezTo>
                <a:lnTo>
                  <a:pt x="6089139" y="1130300"/>
                </a:lnTo>
                <a:lnTo>
                  <a:pt x="3804423" y="1130300"/>
                </a:lnTo>
                <a:lnTo>
                  <a:pt x="3809684" y="1026126"/>
                </a:lnTo>
                <a:cubicBezTo>
                  <a:pt x="3868216" y="449767"/>
                  <a:pt x="4354972" y="0"/>
                  <a:pt x="4946780" y="0"/>
                </a:cubicBezTo>
                <a:close/>
                <a:moveTo>
                  <a:pt x="2654431" y="0"/>
                </a:moveTo>
                <a:cubicBezTo>
                  <a:pt x="3246238" y="0"/>
                  <a:pt x="3732997" y="449767"/>
                  <a:pt x="3791530" y="1026126"/>
                </a:cubicBezTo>
                <a:lnTo>
                  <a:pt x="3796791" y="1130300"/>
                </a:lnTo>
                <a:lnTo>
                  <a:pt x="1512072" y="1130300"/>
                </a:lnTo>
                <a:lnTo>
                  <a:pt x="1517332" y="1026126"/>
                </a:lnTo>
                <a:cubicBezTo>
                  <a:pt x="1575865" y="449767"/>
                  <a:pt x="2062624" y="0"/>
                  <a:pt x="2654431" y="0"/>
                </a:cubicBezTo>
                <a:close/>
                <a:moveTo>
                  <a:pt x="362080" y="0"/>
                </a:moveTo>
                <a:cubicBezTo>
                  <a:pt x="953887" y="0"/>
                  <a:pt x="1440646" y="449767"/>
                  <a:pt x="1499179" y="1026126"/>
                </a:cubicBezTo>
                <a:lnTo>
                  <a:pt x="1504439" y="1130300"/>
                </a:lnTo>
                <a:lnTo>
                  <a:pt x="0" y="1130300"/>
                </a:lnTo>
                <a:lnTo>
                  <a:pt x="0" y="59507"/>
                </a:lnTo>
                <a:lnTo>
                  <a:pt x="22187" y="51387"/>
                </a:lnTo>
                <a:cubicBezTo>
                  <a:pt x="129559" y="17991"/>
                  <a:pt x="243719" y="0"/>
                  <a:pt x="362080" y="0"/>
                </a:cubicBezTo>
                <a:close/>
              </a:path>
            </a:pathLst>
          </a:custGeom>
          <a:solidFill>
            <a:schemeClr val="accent6">
              <a:lumMod val="75000"/>
              <a:alpha val="25000"/>
            </a:schemeClr>
          </a:solidFill>
        </p:spPr>
        <p:txBody>
          <a:bodyPr wrap="square">
            <a:noAutofit/>
          </a:bodyPr>
          <a:lstStyle>
            <a:lvl1pPr>
              <a:defRPr>
                <a:noFill/>
              </a:defRPr>
            </a:lvl1pPr>
          </a:lstStyle>
          <a:p>
            <a:pPr lvl="0"/>
            <a:r>
              <a:rPr lang="en-US"/>
              <a:t>Click to edit Master text styles</a:t>
            </a:r>
          </a:p>
        </p:txBody>
      </p:sp>
      <p:sp>
        <p:nvSpPr>
          <p:cNvPr id="62" name="Text Placeholder 61">
            <a:extLst>
              <a:ext uri="{FF2B5EF4-FFF2-40B4-BE49-F238E27FC236}">
                <a16:creationId xmlns:a16="http://schemas.microsoft.com/office/drawing/2014/main" id="{70972619-C968-1257-58C9-0DC661642915}"/>
              </a:ext>
            </a:extLst>
          </p:cNvPr>
          <p:cNvSpPr>
            <a:spLocks noGrp="1"/>
          </p:cNvSpPr>
          <p:nvPr>
            <p:ph type="body" sz="quarter" idx="13"/>
          </p:nvPr>
        </p:nvSpPr>
        <p:spPr>
          <a:xfrm>
            <a:off x="0" y="5724189"/>
            <a:ext cx="1503729" cy="1133811"/>
          </a:xfrm>
          <a:custGeom>
            <a:avLst/>
            <a:gdLst>
              <a:gd name="connsiteX0" fmla="*/ 367995 w 1503729"/>
              <a:gd name="connsiteY0" fmla="*/ 19 h 1133811"/>
              <a:gd name="connsiteX1" fmla="*/ 1481576 w 1503729"/>
              <a:gd name="connsiteY1" fmla="*/ 913359 h 1133811"/>
              <a:gd name="connsiteX2" fmla="*/ 1503729 w 1503729"/>
              <a:gd name="connsiteY2" fmla="*/ 1133811 h 1133811"/>
              <a:gd name="connsiteX3" fmla="*/ 1371482 w 1503729"/>
              <a:gd name="connsiteY3" fmla="*/ 1133811 h 1133811"/>
              <a:gd name="connsiteX4" fmla="*/ 1275407 w 1503729"/>
              <a:gd name="connsiteY4" fmla="*/ 1118667 h 1133811"/>
              <a:gd name="connsiteX5" fmla="*/ 367995 w 1503729"/>
              <a:gd name="connsiteY5" fmla="*/ 19 h 1133811"/>
              <a:gd name="connsiteX6" fmla="*/ 367996 w 1503729"/>
              <a:gd name="connsiteY6" fmla="*/ 0 h 1133811"/>
              <a:gd name="connsiteX7" fmla="*/ 33218 w 1503729"/>
              <a:gd name="connsiteY7" fmla="*/ 808204 h 1133811"/>
              <a:gd name="connsiteX8" fmla="*/ 0 w 1503729"/>
              <a:gd name="connsiteY8" fmla="*/ 838393 h 1133811"/>
              <a:gd name="connsiteX9" fmla="*/ 0 w 1503729"/>
              <a:gd name="connsiteY9" fmla="*/ 61671 h 1133811"/>
              <a:gd name="connsiteX10" fmla="*/ 28102 w 1503729"/>
              <a:gd name="connsiteY10" fmla="*/ 51386 h 1133811"/>
              <a:gd name="connsiteX11" fmla="*/ 367996 w 1503729"/>
              <a:gd name="connsiteY11" fmla="*/ 0 h 113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03729" h="1133811">
                <a:moveTo>
                  <a:pt x="367995" y="19"/>
                </a:moveTo>
                <a:cubicBezTo>
                  <a:pt x="917788" y="3008"/>
                  <a:pt x="1375686" y="394157"/>
                  <a:pt x="1481576" y="913359"/>
                </a:cubicBezTo>
                <a:lnTo>
                  <a:pt x="1503729" y="1133811"/>
                </a:lnTo>
                <a:lnTo>
                  <a:pt x="1371482" y="1133811"/>
                </a:lnTo>
                <a:lnTo>
                  <a:pt x="1275407" y="1118667"/>
                </a:lnTo>
                <a:cubicBezTo>
                  <a:pt x="757177" y="1010082"/>
                  <a:pt x="368000" y="550498"/>
                  <a:pt x="367995" y="19"/>
                </a:cubicBezTo>
                <a:close/>
                <a:moveTo>
                  <a:pt x="367996" y="0"/>
                </a:moveTo>
                <a:cubicBezTo>
                  <a:pt x="367996" y="315623"/>
                  <a:pt x="240061" y="601366"/>
                  <a:pt x="33218" y="808204"/>
                </a:cubicBezTo>
                <a:lnTo>
                  <a:pt x="0" y="838393"/>
                </a:lnTo>
                <a:lnTo>
                  <a:pt x="0" y="61671"/>
                </a:lnTo>
                <a:lnTo>
                  <a:pt x="28102" y="51386"/>
                </a:lnTo>
                <a:cubicBezTo>
                  <a:pt x="135475" y="17991"/>
                  <a:pt x="249634" y="0"/>
                  <a:pt x="367996" y="0"/>
                </a:cubicBezTo>
                <a:close/>
              </a:path>
            </a:pathLst>
          </a:custGeom>
          <a:solidFill>
            <a:schemeClr val="accent6">
              <a:lumMod val="60000"/>
              <a:lumOff val="40000"/>
              <a:alpha val="20000"/>
            </a:schemeClr>
          </a:solidFill>
          <a:ln w="4154" cap="flat">
            <a:noFill/>
            <a:prstDash val="solid"/>
            <a:miter/>
          </a:ln>
        </p:spPr>
        <p:txBody>
          <a:bodyPr wrap="square">
            <a:noAutofit/>
          </a:bodyPr>
          <a:lstStyle>
            <a:lvl1pPr>
              <a:defRPr>
                <a:noFill/>
              </a:defRPr>
            </a:lvl1pPr>
          </a:lstStyle>
          <a:p>
            <a:pPr lvl="0"/>
            <a:r>
              <a:rPr lang="en-US"/>
              <a:t>Click to edit Master text styles</a:t>
            </a:r>
          </a:p>
        </p:txBody>
      </p:sp>
      <p:sp>
        <p:nvSpPr>
          <p:cNvPr id="93" name="Text Placeholder 92">
            <a:extLst>
              <a:ext uri="{FF2B5EF4-FFF2-40B4-BE49-F238E27FC236}">
                <a16:creationId xmlns:a16="http://schemas.microsoft.com/office/drawing/2014/main" id="{0A4A3873-48BC-94DF-6006-FC7F81660A5D}"/>
              </a:ext>
            </a:extLst>
          </p:cNvPr>
          <p:cNvSpPr>
            <a:spLocks noGrp="1"/>
          </p:cNvSpPr>
          <p:nvPr>
            <p:ph type="body" sz="quarter" idx="14"/>
          </p:nvPr>
        </p:nvSpPr>
        <p:spPr>
          <a:xfrm>
            <a:off x="8401353" y="0"/>
            <a:ext cx="3790647" cy="1143002"/>
          </a:xfrm>
          <a:custGeom>
            <a:avLst/>
            <a:gdLst>
              <a:gd name="connsiteX0" fmla="*/ 3790647 w 3790647"/>
              <a:gd name="connsiteY0" fmla="*/ 304585 h 1143002"/>
              <a:gd name="connsiteX1" fmla="*/ 3790647 w 3790647"/>
              <a:gd name="connsiteY1" fmla="*/ 1081329 h 1143002"/>
              <a:gd name="connsiteX2" fmla="*/ 3762543 w 3790647"/>
              <a:gd name="connsiteY2" fmla="*/ 1091615 h 1143002"/>
              <a:gd name="connsiteX3" fmla="*/ 3422649 w 3790647"/>
              <a:gd name="connsiteY3" fmla="*/ 1143002 h 1143002"/>
              <a:gd name="connsiteX4" fmla="*/ 3757427 w 3790647"/>
              <a:gd name="connsiteY4" fmla="*/ 334777 h 1143002"/>
              <a:gd name="connsiteX5" fmla="*/ 2285997 w 3790647"/>
              <a:gd name="connsiteY5" fmla="*/ 17 h 1143002"/>
              <a:gd name="connsiteX6" fmla="*/ 3422650 w 3790647"/>
              <a:gd name="connsiteY6" fmla="*/ 1142983 h 1143002"/>
              <a:gd name="connsiteX7" fmla="*/ 2285997 w 3790647"/>
              <a:gd name="connsiteY7" fmla="*/ 17 h 1143002"/>
              <a:gd name="connsiteX8" fmla="*/ 0 w 3790647"/>
              <a:gd name="connsiteY8" fmla="*/ 17 h 1143002"/>
              <a:gd name="connsiteX9" fmla="*/ 1136650 w 3790647"/>
              <a:gd name="connsiteY9" fmla="*/ 1142983 h 1143002"/>
              <a:gd name="connsiteX10" fmla="*/ 0 w 3790647"/>
              <a:gd name="connsiteY10" fmla="*/ 17 h 1143002"/>
              <a:gd name="connsiteX11" fmla="*/ 2279650 w 3790647"/>
              <a:gd name="connsiteY11" fmla="*/ 0 h 1143002"/>
              <a:gd name="connsiteX12" fmla="*/ 1136650 w 3790647"/>
              <a:gd name="connsiteY12" fmla="*/ 1143002 h 1143002"/>
              <a:gd name="connsiteX13" fmla="*/ 2279650 w 3790647"/>
              <a:gd name="connsiteY13" fmla="*/ 0 h 1143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90647" h="1143002">
                <a:moveTo>
                  <a:pt x="3790647" y="304585"/>
                </a:moveTo>
                <a:lnTo>
                  <a:pt x="3790647" y="1081329"/>
                </a:lnTo>
                <a:lnTo>
                  <a:pt x="3762543" y="1091615"/>
                </a:lnTo>
                <a:cubicBezTo>
                  <a:pt x="3655170" y="1125011"/>
                  <a:pt x="3541011" y="1143002"/>
                  <a:pt x="3422649" y="1143002"/>
                </a:cubicBezTo>
                <a:cubicBezTo>
                  <a:pt x="3422649" y="827371"/>
                  <a:pt x="3550584" y="541620"/>
                  <a:pt x="3757427" y="334777"/>
                </a:cubicBezTo>
                <a:close/>
                <a:moveTo>
                  <a:pt x="2285997" y="17"/>
                </a:moveTo>
                <a:cubicBezTo>
                  <a:pt x="2914332" y="3435"/>
                  <a:pt x="3422644" y="513848"/>
                  <a:pt x="3422650" y="1142983"/>
                </a:cubicBezTo>
                <a:cubicBezTo>
                  <a:pt x="2794315" y="1139567"/>
                  <a:pt x="2286006" y="629153"/>
                  <a:pt x="2285997" y="17"/>
                </a:cubicBezTo>
                <a:close/>
                <a:moveTo>
                  <a:pt x="0" y="17"/>
                </a:moveTo>
                <a:cubicBezTo>
                  <a:pt x="628334" y="3435"/>
                  <a:pt x="1136644" y="513848"/>
                  <a:pt x="1136650" y="1142983"/>
                </a:cubicBezTo>
                <a:cubicBezTo>
                  <a:pt x="508316" y="1139567"/>
                  <a:pt x="9" y="629153"/>
                  <a:pt x="0" y="17"/>
                </a:cubicBezTo>
                <a:close/>
                <a:moveTo>
                  <a:pt x="2279650" y="0"/>
                </a:moveTo>
                <a:cubicBezTo>
                  <a:pt x="2279650" y="631263"/>
                  <a:pt x="1767910" y="1143002"/>
                  <a:pt x="1136650" y="1143002"/>
                </a:cubicBezTo>
                <a:cubicBezTo>
                  <a:pt x="1136650" y="511739"/>
                  <a:pt x="1648390" y="0"/>
                  <a:pt x="2279650" y="0"/>
                </a:cubicBezTo>
                <a:close/>
              </a:path>
            </a:pathLst>
          </a:custGeom>
          <a:solidFill>
            <a:schemeClr val="accent6">
              <a:lumMod val="60000"/>
              <a:lumOff val="40000"/>
              <a:alpha val="20000"/>
            </a:schemeClr>
          </a:solidFill>
          <a:ln w="4154" cap="flat">
            <a:noFill/>
            <a:prstDash val="solid"/>
            <a:miter/>
          </a:ln>
        </p:spPr>
        <p:txBody>
          <a:bodyPr wrap="square">
            <a:noAutofit/>
          </a:bodyPr>
          <a:lstStyle>
            <a:lvl1pPr>
              <a:defRPr>
                <a:noFill/>
              </a:defRPr>
            </a:lvl1pPr>
          </a:lstStyle>
          <a:p>
            <a:pPr lvl="0"/>
            <a:r>
              <a:rPr lang="en-US"/>
              <a:t>Click to edit Master text styles</a:t>
            </a:r>
          </a:p>
        </p:txBody>
      </p:sp>
      <p:pic>
        <p:nvPicPr>
          <p:cNvPr id="120" name="Graphic 119">
            <a:extLst>
              <a:ext uri="{FF2B5EF4-FFF2-40B4-BE49-F238E27FC236}">
                <a16:creationId xmlns:a16="http://schemas.microsoft.com/office/drawing/2014/main" id="{9C01A786-0C1A-6C4A-1466-1AE233D142AE}"/>
              </a:ext>
            </a:extLst>
          </p:cNvPr>
          <p:cNvPicPr>
            <a:picLocks noChangeAspect="1"/>
          </p:cNvPicPr>
          <p:nvPr/>
        </p:nvPicPr>
        <p:blipFill rotWithShape="1">
          <a:blip>
            <a:extLst>
              <a:ext uri="{96DAC541-7B7A-43D3-8B79-37D633B846F1}">
                <asvg:svgBlip xmlns:asvg="http://schemas.microsoft.com/office/drawing/2016/SVG/main" r:embed="rId2"/>
              </a:ext>
            </a:extLst>
          </a:blip>
          <a:srcRect l="68908" b="83148"/>
          <a:stretch/>
        </p:blipFill>
        <p:spPr>
          <a:xfrm>
            <a:off x="8401354" y="12700"/>
            <a:ext cx="3790646" cy="1155700"/>
          </a:xfrm>
          <a:prstGeom prst="rect">
            <a:avLst/>
          </a:prstGeom>
        </p:spPr>
      </p:pic>
    </p:spTree>
    <p:extLst>
      <p:ext uri="{BB962C8B-B14F-4D97-AF65-F5344CB8AC3E}">
        <p14:creationId xmlns:p14="http://schemas.microsoft.com/office/powerpoint/2010/main" val="374097187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4.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3.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3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33">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33">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7/19/2026</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r>
              <a:rPr lang="en-US" noProof="0"/>
              <a:t>FOOTER TITLE</a:t>
            </a:r>
            <a:endParaRPr lang="en-US" noProof="0"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809416833"/>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18" r:id="rId14"/>
    <p:sldLayoutId id="2147483719" r:id="rId15"/>
    <p:sldLayoutId id="2147483720" r:id="rId16"/>
    <p:sldLayoutId id="2147483721" r:id="rId17"/>
    <p:sldLayoutId id="2147483722" r:id="rId18"/>
    <p:sldLayoutId id="2147483723" r:id="rId19"/>
    <p:sldLayoutId id="2147483724" r:id="rId20"/>
    <p:sldLayoutId id="2147483725" r:id="rId21"/>
    <p:sldLayoutId id="2147483726" r:id="rId22"/>
    <p:sldLayoutId id="2147483727" r:id="rId23"/>
    <p:sldLayoutId id="2147483728" r:id="rId24"/>
    <p:sldLayoutId id="2147483729" r:id="rId25"/>
    <p:sldLayoutId id="2147483730" r:id="rId26"/>
    <p:sldLayoutId id="2147483698" r:id="rId27"/>
    <p:sldLayoutId id="2147483699" r:id="rId28"/>
    <p:sldLayoutId id="2147483700" r:id="rId29"/>
    <p:sldLayoutId id="2147483701" r:id="rId30"/>
  </p:sldLayoutIdLst>
  <p:hf hdr="0" ftr="0" dt="0"/>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8" Type="http://schemas.openxmlformats.org/officeDocument/2006/relationships/hyperlink" Target="https://www.google.com/search?q=https://dl.acm.org/doi/10.1145/3559009.3590209" TargetMode="External"/><Relationship Id="rId3" Type="http://schemas.openxmlformats.org/officeDocument/2006/relationships/hyperlink" Target="https://www.irejournals.com/formatedpaper/1710720.pdf" TargetMode="External"/><Relationship Id="rId7" Type="http://schemas.openxmlformats.org/officeDocument/2006/relationships/hyperlink" Target="https://www.google.com/search?q=https://ijarcce.com/peer-reviewed-refereed-journal-vol-13-issue-11-november-2024/" TargetMode="External"/><Relationship Id="rId2" Type="http://schemas.openxmlformats.org/officeDocument/2006/relationships/hyperlink" Target="https://ieeexplore.ieee.org/document/9804814" TargetMode="External"/><Relationship Id="rId1" Type="http://schemas.openxmlformats.org/officeDocument/2006/relationships/slideLayout" Target="../slideLayouts/slideLayout25.xml"/><Relationship Id="rId6" Type="http://schemas.openxmlformats.org/officeDocument/2006/relationships/hyperlink" Target="https://www.researchgate.net/publication/396971841_Effectiveness_of_Artificial_Intelligence-Based_Adaptive_Honeypots_in_Cyber_Threat_Detection_A_Systematic_Literature_Review_and_Meta-Analysis" TargetMode="External"/><Relationship Id="rId5" Type="http://schemas.openxmlformats.org/officeDocument/2006/relationships/hyperlink" Target="https://www.researchgate.net/publication/385497221_Neural_Transformers_for_Zero-Day_Threat_Detection_in_Real-Time_Cybersecurity_Network_Traffic_Analysis" TargetMode="External"/><Relationship Id="rId4" Type="http://schemas.openxmlformats.org/officeDocument/2006/relationships/hyperlink" Target="https://www.google.com/search?q=https://www.ijmrset.com/Volume-8-Issue-8-August-2025"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94FB9E-802E-FCCF-2EB1-DDE7C238EF29}"/>
              </a:ext>
            </a:extLst>
          </p:cNvPr>
          <p:cNvSpPr>
            <a:spLocks noGrp="1"/>
          </p:cNvSpPr>
          <p:nvPr>
            <p:ph type="title"/>
          </p:nvPr>
        </p:nvSpPr>
        <p:spPr>
          <a:xfrm>
            <a:off x="491613" y="1288026"/>
            <a:ext cx="10971090" cy="1973334"/>
          </a:xfrm>
        </p:spPr>
        <p:txBody>
          <a:bodyPr/>
          <a:lstStyle/>
          <a:p>
            <a:pPr algn="ctr"/>
            <a:r>
              <a:rPr lang="en-US" sz="3000" dirty="0">
                <a:solidFill>
                  <a:schemeClr val="tx1"/>
                </a:solidFill>
                <a:latin typeface="Times New Roman" panose="02020603050405020304" pitchFamily="18" charset="0"/>
                <a:cs typeface="Times New Roman" panose="02020603050405020304" pitchFamily="18" charset="0"/>
              </a:rPr>
              <a:t>A DATA-DRIVEN DYNAMIC AND ADAPTIVE HONEYPOT DEPLOYMENT FOR SECURITY IOT NETWORKS USING DEEP REINFORCEMENT LEARNING</a:t>
            </a:r>
            <a:endParaRPr lang="en-IN" sz="3000" dirty="0">
              <a:solidFill>
                <a:schemeClr val="tx1"/>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1C3D50B0-02F8-A1E6-8A67-C0B7034A4743}"/>
              </a:ext>
            </a:extLst>
          </p:cNvPr>
          <p:cNvSpPr>
            <a:spLocks noGrp="1"/>
          </p:cNvSpPr>
          <p:nvPr>
            <p:ph type="body" sz="quarter" idx="10"/>
          </p:nvPr>
        </p:nvSpPr>
        <p:spPr>
          <a:xfrm>
            <a:off x="1139234" y="4148783"/>
            <a:ext cx="2933287" cy="1588008"/>
          </a:xfrm>
        </p:spPr>
        <p:txBody>
          <a:bodyPr>
            <a:normAutofit fontScale="92500"/>
          </a:bodyPr>
          <a:lstStyle/>
          <a:p>
            <a:r>
              <a:rPr lang="en-US" sz="2800" b="1" dirty="0">
                <a:solidFill>
                  <a:schemeClr val="tx1"/>
                </a:solidFill>
                <a:latin typeface="Times New Roman" panose="02020603050405020304" pitchFamily="18" charset="0"/>
                <a:cs typeface="Times New Roman" panose="02020603050405020304" pitchFamily="18" charset="0"/>
              </a:rPr>
              <a:t>Guide:</a:t>
            </a:r>
          </a:p>
          <a:p>
            <a:r>
              <a:rPr lang="en-US" sz="2800" b="1" dirty="0" err="1">
                <a:solidFill>
                  <a:schemeClr val="tx1"/>
                </a:solidFill>
                <a:latin typeface="Times New Roman" panose="02020603050405020304" pitchFamily="18" charset="0"/>
                <a:cs typeface="Times New Roman" panose="02020603050405020304" pitchFamily="18" charset="0"/>
              </a:rPr>
              <a:t>Mr.M.Vijay</a:t>
            </a:r>
            <a:r>
              <a:rPr lang="en-US" sz="2800" b="1" dirty="0">
                <a:solidFill>
                  <a:schemeClr val="tx1"/>
                </a:solidFill>
                <a:latin typeface="Times New Roman" panose="02020603050405020304" pitchFamily="18" charset="0"/>
                <a:cs typeface="Times New Roman" panose="02020603050405020304" pitchFamily="18" charset="0"/>
              </a:rPr>
              <a:t> </a:t>
            </a:r>
            <a:r>
              <a:rPr lang="en-US" sz="2800" b="1" dirty="0" err="1">
                <a:solidFill>
                  <a:schemeClr val="tx1"/>
                </a:solidFill>
                <a:latin typeface="Times New Roman" panose="02020603050405020304" pitchFamily="18" charset="0"/>
                <a:cs typeface="Times New Roman" panose="02020603050405020304" pitchFamily="18" charset="0"/>
              </a:rPr>
              <a:t>kumar</a:t>
            </a:r>
            <a:endParaRPr lang="en-US" sz="2800" b="1" dirty="0">
              <a:solidFill>
                <a:schemeClr val="tx1"/>
              </a:solidFill>
              <a:latin typeface="Times New Roman" panose="02020603050405020304" pitchFamily="18" charset="0"/>
              <a:cs typeface="Times New Roman" panose="02020603050405020304" pitchFamily="18" charset="0"/>
            </a:endParaRPr>
          </a:p>
          <a:p>
            <a:r>
              <a:rPr lang="en-US" sz="2800" b="1" dirty="0" err="1">
                <a:solidFill>
                  <a:schemeClr val="tx1"/>
                </a:solidFill>
                <a:latin typeface="Times New Roman" panose="02020603050405020304" pitchFamily="18" charset="0"/>
                <a:cs typeface="Times New Roman" panose="02020603050405020304" pitchFamily="18" charset="0"/>
              </a:rPr>
              <a:t>Sr.Asst.Professor</a:t>
            </a:r>
            <a:endParaRPr lang="en-US" sz="2800" b="1" dirty="0">
              <a:solidFill>
                <a:schemeClr val="tx1"/>
              </a:solidFill>
              <a:latin typeface="Times New Roman" panose="02020603050405020304" pitchFamily="18" charset="0"/>
              <a:cs typeface="Times New Roman" panose="02020603050405020304" pitchFamily="18" charset="0"/>
            </a:endParaRPr>
          </a:p>
          <a:p>
            <a:endParaRPr lang="en-US" b="1" dirty="0">
              <a:solidFill>
                <a:schemeClr val="tx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8ABBBA56-1416-D2D9-C4F3-81507CF421A4}"/>
              </a:ext>
            </a:extLst>
          </p:cNvPr>
          <p:cNvSpPr txBox="1"/>
          <p:nvPr/>
        </p:nvSpPr>
        <p:spPr>
          <a:xfrm>
            <a:off x="7053263" y="4192585"/>
            <a:ext cx="4409440" cy="1569660"/>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Presented by</a:t>
            </a:r>
          </a:p>
          <a:p>
            <a:r>
              <a:rPr lang="en-US" sz="2400" b="1" dirty="0" err="1">
                <a:latin typeface="Times New Roman" panose="02020603050405020304" pitchFamily="18" charset="0"/>
                <a:cs typeface="Times New Roman" panose="02020603050405020304" pitchFamily="18" charset="0"/>
              </a:rPr>
              <a:t>Kusam</a:t>
            </a:r>
            <a:r>
              <a:rPr lang="en-US" sz="2400" b="1" dirty="0">
                <a:latin typeface="Times New Roman" panose="02020603050405020304" pitchFamily="18" charset="0"/>
                <a:cs typeface="Times New Roman" panose="02020603050405020304" pitchFamily="18" charset="0"/>
              </a:rPr>
              <a:t> Lakshmi Prasanna</a:t>
            </a:r>
          </a:p>
          <a:p>
            <a:r>
              <a:rPr lang="en-US" sz="2400" b="1" dirty="0">
                <a:latin typeface="Times New Roman" panose="02020603050405020304" pitchFamily="18" charset="0"/>
                <a:cs typeface="Times New Roman" panose="02020603050405020304" pitchFamily="18" charset="0"/>
              </a:rPr>
              <a:t>Shaik Ismail </a:t>
            </a:r>
            <a:r>
              <a:rPr lang="en-US" sz="2400" b="1" dirty="0" err="1">
                <a:latin typeface="Times New Roman" panose="02020603050405020304" pitchFamily="18" charset="0"/>
                <a:cs typeface="Times New Roman" panose="02020603050405020304" pitchFamily="18" charset="0"/>
              </a:rPr>
              <a:t>Jabiulla</a:t>
            </a:r>
            <a:endParaRPr lang="en-US" sz="2400" b="1" dirty="0">
              <a:latin typeface="Times New Roman" panose="02020603050405020304" pitchFamily="18" charset="0"/>
              <a:cs typeface="Times New Roman" panose="02020603050405020304" pitchFamily="18" charset="0"/>
            </a:endParaRPr>
          </a:p>
          <a:p>
            <a:r>
              <a:rPr lang="en-US" sz="2400" b="1" dirty="0" err="1">
                <a:latin typeface="Times New Roman" panose="02020603050405020304" pitchFamily="18" charset="0"/>
                <a:cs typeface="Times New Roman" panose="02020603050405020304" pitchFamily="18" charset="0"/>
              </a:rPr>
              <a:t>Tommandru</a:t>
            </a:r>
            <a:r>
              <a:rPr lang="en-US" sz="2400" b="1" dirty="0">
                <a:latin typeface="Times New Roman" panose="02020603050405020304" pitchFamily="18" charset="0"/>
                <a:cs typeface="Times New Roman" panose="02020603050405020304" pitchFamily="18" charset="0"/>
              </a:rPr>
              <a:t> Mahesh Babu</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69996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6923F-2B95-8D5A-8578-DBC0FC0DCEA8}"/>
              </a:ext>
            </a:extLst>
          </p:cNvPr>
          <p:cNvSpPr>
            <a:spLocks noGrp="1"/>
          </p:cNvSpPr>
          <p:nvPr>
            <p:ph type="title"/>
          </p:nvPr>
        </p:nvSpPr>
        <p:spPr>
          <a:xfrm>
            <a:off x="678688" y="778527"/>
            <a:ext cx="10479024" cy="677020"/>
          </a:xfrm>
        </p:spPr>
        <p:txBody>
          <a:bodyPr>
            <a:normAutofit/>
          </a:bodyPr>
          <a:lstStyle/>
          <a:p>
            <a:pPr algn="ctr"/>
            <a:r>
              <a:rPr lang="en-US" sz="2800" b="1" dirty="0">
                <a:latin typeface="Times New Roman" panose="02020603050405020304" pitchFamily="18" charset="0"/>
                <a:cs typeface="Times New Roman" panose="02020603050405020304" pitchFamily="18" charset="0"/>
              </a:rPr>
              <a:t>OUTLINE</a:t>
            </a:r>
          </a:p>
        </p:txBody>
      </p:sp>
      <p:sp>
        <p:nvSpPr>
          <p:cNvPr id="5" name="Text Placeholder 4">
            <a:extLst>
              <a:ext uri="{FF2B5EF4-FFF2-40B4-BE49-F238E27FC236}">
                <a16:creationId xmlns:a16="http://schemas.microsoft.com/office/drawing/2014/main" id="{DFFF7AA9-7C16-A939-67C8-DF700FEF7D83}"/>
              </a:ext>
            </a:extLst>
          </p:cNvPr>
          <p:cNvSpPr>
            <a:spLocks noGrp="1"/>
          </p:cNvSpPr>
          <p:nvPr>
            <p:ph sz="quarter" idx="13"/>
          </p:nvPr>
        </p:nvSpPr>
        <p:spPr>
          <a:xfrm>
            <a:off x="831088" y="1455547"/>
            <a:ext cx="6556375" cy="4479925"/>
          </a:xfrm>
        </p:spPr>
        <p:txBody>
          <a:bodyPr>
            <a:normAutofit fontScale="92500" lnSpcReduction="10000"/>
          </a:bodyPr>
          <a:lstStyle/>
          <a:p>
            <a:r>
              <a:rPr lang="en-US" sz="2400" dirty="0">
                <a:latin typeface="Times New Roman" panose="02020603050405020304" pitchFamily="18" charset="0"/>
                <a:cs typeface="Times New Roman" panose="02020603050405020304" pitchFamily="18" charset="0"/>
              </a:rPr>
              <a:t>Abstract</a:t>
            </a:r>
          </a:p>
          <a:p>
            <a:r>
              <a:rPr lang="en-US" sz="2400" dirty="0">
                <a:latin typeface="Times New Roman" panose="02020603050405020304" pitchFamily="18" charset="0"/>
                <a:cs typeface="Times New Roman" panose="02020603050405020304" pitchFamily="18" charset="0"/>
              </a:rPr>
              <a:t>Problem Statement</a:t>
            </a:r>
          </a:p>
          <a:p>
            <a:r>
              <a:rPr lang="en-US" sz="2400" dirty="0">
                <a:latin typeface="Times New Roman" panose="02020603050405020304" pitchFamily="18" charset="0"/>
                <a:cs typeface="Times New Roman" panose="02020603050405020304" pitchFamily="18" charset="0"/>
              </a:rPr>
              <a:t>Literature Survey</a:t>
            </a:r>
          </a:p>
          <a:p>
            <a:r>
              <a:rPr lang="en-US" sz="2400" dirty="0">
                <a:latin typeface="Times New Roman" panose="02020603050405020304" pitchFamily="18" charset="0"/>
                <a:cs typeface="Times New Roman" panose="02020603050405020304" pitchFamily="18" charset="0"/>
              </a:rPr>
              <a:t>Objective &amp; Scope</a:t>
            </a:r>
          </a:p>
          <a:p>
            <a:r>
              <a:rPr lang="en-IN" sz="2400" dirty="0">
                <a:latin typeface="Times New Roman" panose="02020603050405020304" pitchFamily="18" charset="0"/>
                <a:cs typeface="Times New Roman" panose="02020603050405020304" pitchFamily="18" charset="0"/>
              </a:rPr>
              <a:t>Existing Dataset vs Our Dataset</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Existing System</a:t>
            </a:r>
          </a:p>
          <a:p>
            <a:pPr lvl="1"/>
            <a:r>
              <a:rPr lang="en-US" sz="2400" dirty="0">
                <a:latin typeface="Times New Roman" panose="02020603050405020304" pitchFamily="18" charset="0"/>
                <a:cs typeface="Times New Roman" panose="02020603050405020304" pitchFamily="18" charset="0"/>
              </a:rPr>
              <a:t>Disadvantages</a:t>
            </a:r>
          </a:p>
          <a:p>
            <a:r>
              <a:rPr lang="en-US" sz="2400" dirty="0">
                <a:latin typeface="Times New Roman" panose="02020603050405020304" pitchFamily="18" charset="0"/>
                <a:cs typeface="Times New Roman" panose="02020603050405020304" pitchFamily="18" charset="0"/>
              </a:rPr>
              <a:t>Proposed System</a:t>
            </a:r>
          </a:p>
          <a:p>
            <a:pPr lvl="1"/>
            <a:r>
              <a:rPr lang="en-US" sz="2400" dirty="0">
                <a:latin typeface="Times New Roman" panose="02020603050405020304" pitchFamily="18" charset="0"/>
                <a:cs typeface="Times New Roman" panose="02020603050405020304" pitchFamily="18" charset="0"/>
              </a:rPr>
              <a:t>Advantages</a:t>
            </a:r>
          </a:p>
          <a:p>
            <a:endParaRPr lang="en-US"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8FEA6BC-F3A8-6DDC-F1F8-6348F54E8BE2}"/>
              </a:ext>
            </a:extLst>
          </p:cNvPr>
          <p:cNvSpPr>
            <a:spLocks noGrp="1"/>
          </p:cNvSpPr>
          <p:nvPr>
            <p:ph type="sldNum" sz="quarter" idx="11"/>
          </p:nvPr>
        </p:nvSpPr>
        <p:spPr/>
        <p:txBody>
          <a:bodyPr/>
          <a:lstStyle/>
          <a:p>
            <a:fld id="{B67B645E-C5E5-4727-B977-D372A0AA71D9}" type="slidenum">
              <a:rPr lang="en-US" smtClean="0"/>
              <a:pPr/>
              <a:t>2</a:t>
            </a:fld>
            <a:endParaRPr lang="en-US" dirty="0"/>
          </a:p>
        </p:txBody>
      </p:sp>
    </p:spTree>
    <p:extLst>
      <p:ext uri="{BB962C8B-B14F-4D97-AF65-F5344CB8AC3E}">
        <p14:creationId xmlns:p14="http://schemas.microsoft.com/office/powerpoint/2010/main" val="41326346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1F36F11-A50A-4347-9430-9522EAFCAB77}"/>
              </a:ext>
            </a:extLst>
          </p:cNvPr>
          <p:cNvSpPr>
            <a:spLocks noGrp="1"/>
          </p:cNvSpPr>
          <p:nvPr>
            <p:ph type="title"/>
          </p:nvPr>
        </p:nvSpPr>
        <p:spPr>
          <a:xfrm>
            <a:off x="2436368" y="1384808"/>
            <a:ext cx="6931152" cy="557784"/>
          </a:xfrm>
        </p:spPr>
        <p:txBody>
          <a:bodyPr>
            <a:noAutofit/>
          </a:bodyPr>
          <a:lstStyle/>
          <a:p>
            <a:pPr algn="ctr"/>
            <a:r>
              <a:rPr lang="en-US" sz="2800" dirty="0">
                <a:solidFill>
                  <a:schemeClr val="tx1"/>
                </a:solidFill>
                <a:latin typeface="Times New Roman" panose="02020603050405020304" pitchFamily="18" charset="0"/>
                <a:cs typeface="Times New Roman" panose="02020603050405020304" pitchFamily="18" charset="0"/>
              </a:rPr>
              <a:t>ABSTRACT</a:t>
            </a:r>
            <a:br>
              <a:rPr lang="en-US" sz="2400" dirty="0">
                <a:solidFill>
                  <a:schemeClr val="tx1"/>
                </a:solidFill>
              </a:rPr>
            </a:br>
            <a:br>
              <a:rPr lang="en-US" sz="2400" dirty="0">
                <a:solidFill>
                  <a:schemeClr val="tx1"/>
                </a:solidFill>
              </a:rPr>
            </a:br>
            <a:endParaRPr lang="en-US" sz="2400" dirty="0">
              <a:solidFill>
                <a:schemeClr val="tx1"/>
              </a:solidFill>
            </a:endParaRPr>
          </a:p>
        </p:txBody>
      </p:sp>
      <p:sp>
        <p:nvSpPr>
          <p:cNvPr id="4" name="Text Placeholder 3">
            <a:extLst>
              <a:ext uri="{FF2B5EF4-FFF2-40B4-BE49-F238E27FC236}">
                <a16:creationId xmlns:a16="http://schemas.microsoft.com/office/drawing/2014/main" id="{9A1E0E93-C6B0-0C8B-16D2-354982229DB1}"/>
              </a:ext>
            </a:extLst>
          </p:cNvPr>
          <p:cNvSpPr>
            <a:spLocks noGrp="1"/>
          </p:cNvSpPr>
          <p:nvPr>
            <p:ph type="body" sz="quarter" idx="10"/>
          </p:nvPr>
        </p:nvSpPr>
        <p:spPr>
          <a:xfrm>
            <a:off x="893063" y="1665732"/>
            <a:ext cx="10405873" cy="4480560"/>
          </a:xfrm>
        </p:spPr>
        <p:txBody>
          <a:bodyPr/>
          <a:lstStyle/>
          <a:p>
            <a:pPr algn="just">
              <a:lnSpc>
                <a:spcPct val="100000"/>
              </a:lnSpc>
            </a:pPr>
            <a:endParaRPr lang="en-US" sz="2400" dirty="0">
              <a:solidFill>
                <a:schemeClr val="tx1"/>
              </a:solidFill>
            </a:endParaRPr>
          </a:p>
          <a:p>
            <a:pPr algn="just">
              <a:lnSpc>
                <a:spcPct val="100000"/>
              </a:lnSpc>
            </a:pPr>
            <a:r>
              <a:rPr lang="en-IN" sz="2400" dirty="0">
                <a:solidFill>
                  <a:schemeClr val="tx1"/>
                </a:solidFill>
                <a:latin typeface="Times New Roman" panose="02020603050405020304" pitchFamily="18" charset="0"/>
                <a:cs typeface="Times New Roman" panose="02020603050405020304" pitchFamily="18" charset="0"/>
              </a:rPr>
              <a:t>This project proposes a data-driven, dynamic, and adaptive honeypot deployment system to secure IoT networks against evolving cyber threats. A software-based honeypot orchestrator acts as an autonomous agent and employs Deep Reinforcement Learning (DRL) using a Deep Q-Network (DQN) to learn optimal deployment strategies from simulated network interactions. The system continuously balances attack detection effectiveness with network Quality of Service and resource efficiency by making optimal deployment decisions based on real-time network conditions.</a:t>
            </a:r>
          </a:p>
          <a:p>
            <a:pPr algn="just">
              <a:lnSpc>
                <a:spcPct val="100000"/>
              </a:lnSpc>
            </a:pPr>
            <a:endParaRPr lang="en-US" sz="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6520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34DAF-F207-3061-24D6-6AFF552418DC}"/>
              </a:ext>
            </a:extLst>
          </p:cNvPr>
          <p:cNvSpPr>
            <a:spLocks noGrp="1"/>
          </p:cNvSpPr>
          <p:nvPr>
            <p:ph type="title"/>
          </p:nvPr>
        </p:nvSpPr>
        <p:spPr>
          <a:xfrm>
            <a:off x="749808" y="678688"/>
            <a:ext cx="10479024" cy="557784"/>
          </a:xfrm>
        </p:spPr>
        <p:txBody>
          <a:bodyPr>
            <a:noAutofit/>
          </a:bodyPr>
          <a:lstStyle/>
          <a:p>
            <a:pPr algn="ctr"/>
            <a:br>
              <a:rPr lang="en-US" sz="2400" b="1" dirty="0"/>
            </a:br>
            <a:r>
              <a:rPr lang="en-US" sz="2800" b="1" dirty="0">
                <a:latin typeface="Times New Roman" panose="02020603050405020304" pitchFamily="18" charset="0"/>
                <a:cs typeface="Times New Roman" panose="02020603050405020304" pitchFamily="18" charset="0"/>
              </a:rPr>
              <a:t>PROBLEM STATEMENT</a:t>
            </a:r>
            <a:endParaRPr lang="en-US" sz="2800" b="1" dirty="0"/>
          </a:p>
        </p:txBody>
      </p:sp>
      <p:sp>
        <p:nvSpPr>
          <p:cNvPr id="5" name="Content Placeholder 4">
            <a:extLst>
              <a:ext uri="{FF2B5EF4-FFF2-40B4-BE49-F238E27FC236}">
                <a16:creationId xmlns:a16="http://schemas.microsoft.com/office/drawing/2014/main" id="{8A94AC61-4F6E-98E2-D42B-F2114BBA120D}"/>
              </a:ext>
            </a:extLst>
          </p:cNvPr>
          <p:cNvSpPr>
            <a:spLocks noGrp="1"/>
          </p:cNvSpPr>
          <p:nvPr>
            <p:ph sz="quarter" idx="13"/>
          </p:nvPr>
        </p:nvSpPr>
        <p:spPr>
          <a:xfrm>
            <a:off x="902208" y="1699387"/>
            <a:ext cx="10387584" cy="4479925"/>
          </a:xfrm>
        </p:spPr>
        <p:txBody>
          <a:bodyPr>
            <a:normAutofit/>
          </a:bodyPr>
          <a:lstStyle/>
          <a:p>
            <a:pPr marL="0" indent="0" algn="just">
              <a:buNone/>
            </a:pPr>
            <a:r>
              <a:rPr lang="en-IN" sz="2400" dirty="0">
                <a:latin typeface="Times New Roman" panose="02020603050405020304" pitchFamily="18" charset="0"/>
                <a:cs typeface="Times New Roman" panose="02020603050405020304" pitchFamily="18" charset="0"/>
              </a:rPr>
              <a:t>The rapid growth of IoT networks has increased exposure to dynamic and sophisticated cyber attacks, making traditional static security mechanisms ineffective. Existing honeypot deployment strategies lack adaptability to changing attack patterns and network conditions, leading to either poor attack detection or degradation of network Quality of Service. Additionally, the limited availability of real-world IoT security datasets restricts effective evaluation of intelligent </a:t>
            </a:r>
            <a:r>
              <a:rPr lang="en-IN" sz="2400" dirty="0" err="1">
                <a:latin typeface="Times New Roman" panose="02020603050405020304" pitchFamily="18" charset="0"/>
                <a:cs typeface="Times New Roman" panose="02020603050405020304" pitchFamily="18" charset="0"/>
              </a:rPr>
              <a:t>defense</a:t>
            </a:r>
            <a:r>
              <a:rPr lang="en-IN" sz="2400" dirty="0">
                <a:latin typeface="Times New Roman" panose="02020603050405020304" pitchFamily="18" charset="0"/>
                <a:cs typeface="Times New Roman" panose="02020603050405020304" pitchFamily="18" charset="0"/>
              </a:rPr>
              <a:t> mechanisms. Therefore, an adaptive, data-driven honeypot deployment approach is required to balance security, network performance, and resource efficiency in IoT environments.</a:t>
            </a:r>
            <a:endParaRPr lang="en-US"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D04F9477-0E09-541A-1BEE-18EAF43FE06E}"/>
              </a:ext>
            </a:extLst>
          </p:cNvPr>
          <p:cNvSpPr>
            <a:spLocks noGrp="1"/>
          </p:cNvSpPr>
          <p:nvPr>
            <p:ph type="sldNum" sz="quarter" idx="11"/>
          </p:nvPr>
        </p:nvSpPr>
        <p:spPr/>
        <p:txBody>
          <a:bodyPr/>
          <a:lstStyle/>
          <a:p>
            <a:fld id="{B67B645E-C5E5-4727-B977-D372A0AA71D9}" type="slidenum">
              <a:rPr lang="en-US" smtClean="0"/>
              <a:pPr/>
              <a:t>4</a:t>
            </a:fld>
            <a:endParaRPr lang="en-US" dirty="0"/>
          </a:p>
        </p:txBody>
      </p:sp>
    </p:spTree>
    <p:extLst>
      <p:ext uri="{BB962C8B-B14F-4D97-AF65-F5344CB8AC3E}">
        <p14:creationId xmlns:p14="http://schemas.microsoft.com/office/powerpoint/2010/main" val="36884750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2CB087B-CB5E-35C5-3AD8-D1A6E1AF8260}"/>
              </a:ext>
            </a:extLst>
          </p:cNvPr>
          <p:cNvSpPr>
            <a:spLocks noGrp="1"/>
          </p:cNvSpPr>
          <p:nvPr>
            <p:ph type="title"/>
          </p:nvPr>
        </p:nvSpPr>
        <p:spPr>
          <a:xfrm>
            <a:off x="856488" y="40640"/>
            <a:ext cx="10479024" cy="557784"/>
          </a:xfrm>
        </p:spPr>
        <p:txBody>
          <a:bodyPr>
            <a:normAutofit fontScale="90000"/>
          </a:bodyPr>
          <a:lstStyle/>
          <a:p>
            <a:pPr algn="ctr"/>
            <a:r>
              <a:rPr lang="en-US" sz="2500" dirty="0">
                <a:solidFill>
                  <a:schemeClr val="tx1"/>
                </a:solidFill>
                <a:latin typeface="Times New Roman" panose="02020603050405020304" pitchFamily="18" charset="0"/>
                <a:cs typeface="Times New Roman" panose="02020603050405020304" pitchFamily="18" charset="0"/>
              </a:rPr>
              <a:t>LITERATURE SURVEY</a:t>
            </a:r>
            <a:br>
              <a:rPr lang="en-US" dirty="0">
                <a:solidFill>
                  <a:schemeClr val="tx1"/>
                </a:solidFill>
              </a:rPr>
            </a:br>
            <a:endParaRPr lang="en-US" dirty="0">
              <a:solidFill>
                <a:schemeClr val="tx1"/>
              </a:solidFill>
            </a:endParaRPr>
          </a:p>
        </p:txBody>
      </p:sp>
      <p:sp>
        <p:nvSpPr>
          <p:cNvPr id="4" name="Text Placeholder 3">
            <a:extLst>
              <a:ext uri="{FF2B5EF4-FFF2-40B4-BE49-F238E27FC236}">
                <a16:creationId xmlns:a16="http://schemas.microsoft.com/office/drawing/2014/main" id="{DA26DA25-1172-208C-2C26-5E3AF67E11D5}"/>
              </a:ext>
            </a:extLst>
          </p:cNvPr>
          <p:cNvSpPr>
            <a:spLocks noGrp="1"/>
          </p:cNvSpPr>
          <p:nvPr>
            <p:ph type="body" sz="quarter" idx="10"/>
          </p:nvPr>
        </p:nvSpPr>
        <p:spPr/>
        <p:txBody>
          <a:bodyPr/>
          <a:lstStyle/>
          <a:p>
            <a:endParaRPr lang="en-US" sz="2000" dirty="0">
              <a:latin typeface="Times New Roman" panose="02020603050405020304" pitchFamily="18" charset="0"/>
              <a:cs typeface="Times New Roman" panose="02020603050405020304" pitchFamily="18" charset="0"/>
            </a:endParaRPr>
          </a:p>
          <a:p>
            <a:endParaRPr lang="en-US" dirty="0"/>
          </a:p>
        </p:txBody>
      </p:sp>
      <p:graphicFrame>
        <p:nvGraphicFramePr>
          <p:cNvPr id="5" name="Table 4">
            <a:extLst>
              <a:ext uri="{FF2B5EF4-FFF2-40B4-BE49-F238E27FC236}">
                <a16:creationId xmlns:a16="http://schemas.microsoft.com/office/drawing/2014/main" id="{F5C9131A-C5D7-1829-383A-C6E9D6C0DB8D}"/>
              </a:ext>
            </a:extLst>
          </p:cNvPr>
          <p:cNvGraphicFramePr>
            <a:graphicFrameLocks noGrp="1"/>
          </p:cNvGraphicFramePr>
          <p:nvPr>
            <p:extLst>
              <p:ext uri="{D42A27DB-BD31-4B8C-83A1-F6EECF244321}">
                <p14:modId xmlns:p14="http://schemas.microsoft.com/office/powerpoint/2010/main" val="2221056630"/>
              </p:ext>
            </p:extLst>
          </p:nvPr>
        </p:nvGraphicFramePr>
        <p:xfrm>
          <a:off x="508000" y="447041"/>
          <a:ext cx="11145522" cy="6060694"/>
        </p:xfrm>
        <a:graphic>
          <a:graphicData uri="http://schemas.openxmlformats.org/drawingml/2006/table">
            <a:tbl>
              <a:tblPr firstRow="1" firstCol="1" bandRow="1">
                <a:tableStyleId>{93296810-A885-4BE3-A3E7-6D5BEEA58F35}</a:tableStyleId>
              </a:tblPr>
              <a:tblGrid>
                <a:gridCol w="1857587">
                  <a:extLst>
                    <a:ext uri="{9D8B030D-6E8A-4147-A177-3AD203B41FA5}">
                      <a16:colId xmlns:a16="http://schemas.microsoft.com/office/drawing/2014/main" val="3002775542"/>
                    </a:ext>
                  </a:extLst>
                </a:gridCol>
                <a:gridCol w="1857587">
                  <a:extLst>
                    <a:ext uri="{9D8B030D-6E8A-4147-A177-3AD203B41FA5}">
                      <a16:colId xmlns:a16="http://schemas.microsoft.com/office/drawing/2014/main" val="3098368718"/>
                    </a:ext>
                  </a:extLst>
                </a:gridCol>
                <a:gridCol w="1857587">
                  <a:extLst>
                    <a:ext uri="{9D8B030D-6E8A-4147-A177-3AD203B41FA5}">
                      <a16:colId xmlns:a16="http://schemas.microsoft.com/office/drawing/2014/main" val="211957555"/>
                    </a:ext>
                  </a:extLst>
                </a:gridCol>
                <a:gridCol w="1857587">
                  <a:extLst>
                    <a:ext uri="{9D8B030D-6E8A-4147-A177-3AD203B41FA5}">
                      <a16:colId xmlns:a16="http://schemas.microsoft.com/office/drawing/2014/main" val="819195529"/>
                    </a:ext>
                  </a:extLst>
                </a:gridCol>
                <a:gridCol w="1857587">
                  <a:extLst>
                    <a:ext uri="{9D8B030D-6E8A-4147-A177-3AD203B41FA5}">
                      <a16:colId xmlns:a16="http://schemas.microsoft.com/office/drawing/2014/main" val="258280204"/>
                    </a:ext>
                  </a:extLst>
                </a:gridCol>
                <a:gridCol w="1857587">
                  <a:extLst>
                    <a:ext uri="{9D8B030D-6E8A-4147-A177-3AD203B41FA5}">
                      <a16:colId xmlns:a16="http://schemas.microsoft.com/office/drawing/2014/main" val="1649568455"/>
                    </a:ext>
                  </a:extLst>
                </a:gridCol>
              </a:tblGrid>
              <a:tr h="617209">
                <a:tc>
                  <a:txBody>
                    <a:bodyPr/>
                    <a:lstStyle/>
                    <a:p>
                      <a:pPr>
                        <a:lnSpc>
                          <a:spcPct val="107000"/>
                        </a:lnSpc>
                        <a:spcAft>
                          <a:spcPts val="800"/>
                        </a:spcAft>
                        <a:buNone/>
                      </a:pPr>
                      <a:r>
                        <a:rPr lang="en-IN" sz="1500" kern="100">
                          <a:solidFill>
                            <a:schemeClr val="tx1"/>
                          </a:solidFill>
                          <a:effectLst/>
                          <a:latin typeface="Times New Roman" panose="02020603050405020304" pitchFamily="18" charset="0"/>
                          <a:cs typeface="Times New Roman" panose="02020603050405020304" pitchFamily="18" charset="0"/>
                        </a:rPr>
                        <a:t>Paper Title</a:t>
                      </a:r>
                      <a:endParaRPr lang="en-IN" sz="15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nSpc>
                          <a:spcPct val="107000"/>
                        </a:lnSpc>
                        <a:spcAft>
                          <a:spcPts val="800"/>
                        </a:spcAft>
                        <a:buNone/>
                      </a:pPr>
                      <a:r>
                        <a:rPr lang="en-IN" sz="1500" kern="100" dirty="0">
                          <a:solidFill>
                            <a:schemeClr val="tx1"/>
                          </a:solidFill>
                          <a:effectLst/>
                          <a:latin typeface="Times New Roman" panose="02020603050405020304" pitchFamily="18" charset="0"/>
                          <a:cs typeface="Times New Roman" panose="02020603050405020304" pitchFamily="18" charset="0"/>
                        </a:rPr>
                        <a:t>Year</a:t>
                      </a:r>
                      <a:endParaRPr lang="en-IN" sz="15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nSpc>
                          <a:spcPct val="107000"/>
                        </a:lnSpc>
                        <a:spcAft>
                          <a:spcPts val="800"/>
                        </a:spcAft>
                        <a:buNone/>
                      </a:pPr>
                      <a:r>
                        <a:rPr lang="en-IN" sz="1500" kern="100">
                          <a:solidFill>
                            <a:schemeClr val="tx1"/>
                          </a:solidFill>
                          <a:effectLst/>
                          <a:latin typeface="Times New Roman" panose="02020603050405020304" pitchFamily="18" charset="0"/>
                          <a:cs typeface="Times New Roman" panose="02020603050405020304" pitchFamily="18" charset="0"/>
                        </a:rPr>
                        <a:t>Author(s)</a:t>
                      </a:r>
                      <a:endParaRPr lang="en-IN" sz="15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nSpc>
                          <a:spcPct val="107000"/>
                        </a:lnSpc>
                        <a:spcAft>
                          <a:spcPts val="800"/>
                        </a:spcAft>
                        <a:buNone/>
                      </a:pPr>
                      <a:r>
                        <a:rPr lang="en-IN" sz="1500" kern="100" dirty="0">
                          <a:solidFill>
                            <a:schemeClr val="tx1"/>
                          </a:solidFill>
                          <a:effectLst/>
                          <a:latin typeface="Times New Roman" panose="02020603050405020304" pitchFamily="18" charset="0"/>
                          <a:cs typeface="Times New Roman" panose="02020603050405020304" pitchFamily="18" charset="0"/>
                        </a:rPr>
                        <a:t>Methods / Models Used</a:t>
                      </a:r>
                      <a:endParaRPr lang="en-IN" sz="15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nSpc>
                          <a:spcPct val="107000"/>
                        </a:lnSpc>
                        <a:spcAft>
                          <a:spcPts val="800"/>
                        </a:spcAft>
                        <a:buNone/>
                      </a:pPr>
                      <a:r>
                        <a:rPr lang="en-IN" sz="1500" kern="100" dirty="0">
                          <a:solidFill>
                            <a:schemeClr val="tx1"/>
                          </a:solidFill>
                          <a:effectLst/>
                          <a:latin typeface="Times New Roman" panose="02020603050405020304" pitchFamily="18" charset="0"/>
                          <a:cs typeface="Times New Roman" panose="02020603050405020304" pitchFamily="18" charset="0"/>
                        </a:rPr>
                        <a:t>Key Contribution</a:t>
                      </a:r>
                      <a:endParaRPr lang="en-IN" sz="15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nSpc>
                          <a:spcPct val="107000"/>
                        </a:lnSpc>
                        <a:spcAft>
                          <a:spcPts val="800"/>
                        </a:spcAft>
                        <a:buNone/>
                      </a:pPr>
                      <a:r>
                        <a:rPr lang="en-IN" sz="1500" kern="100">
                          <a:solidFill>
                            <a:schemeClr val="tx1"/>
                          </a:solidFill>
                          <a:effectLst/>
                          <a:latin typeface="Times New Roman" panose="02020603050405020304" pitchFamily="18" charset="0"/>
                          <a:cs typeface="Times New Roman" panose="02020603050405020304" pitchFamily="18" charset="0"/>
                        </a:rPr>
                        <a:t>Accuracy</a:t>
                      </a:r>
                      <a:endParaRPr lang="en-IN" sz="15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extLst>
                  <a:ext uri="{0D108BD9-81ED-4DB2-BD59-A6C34878D82A}">
                    <a16:rowId xmlns:a16="http://schemas.microsoft.com/office/drawing/2014/main" val="4136264364"/>
                  </a:ext>
                </a:extLst>
              </a:tr>
              <a:tr h="1341758">
                <a:tc>
                  <a:txBody>
                    <a:bodyPr/>
                    <a:lstStyle/>
                    <a:p>
                      <a:pPr>
                        <a:lnSpc>
                          <a:spcPct val="107000"/>
                        </a:lnSpc>
                        <a:spcAft>
                          <a:spcPts val="800"/>
                        </a:spcAft>
                        <a:buNone/>
                      </a:pPr>
                      <a:r>
                        <a:rPr lang="en-IN" sz="1500" kern="100" dirty="0">
                          <a:solidFill>
                            <a:schemeClr val="tx1"/>
                          </a:solidFill>
                          <a:effectLst/>
                          <a:latin typeface="Times New Roman" panose="02020603050405020304" pitchFamily="18" charset="0"/>
                          <a:cs typeface="Times New Roman" panose="02020603050405020304" pitchFamily="18" charset="0"/>
                        </a:rPr>
                        <a:t>Strategic Honeypot Deployment in Ultra-Dense Beyond 5G Networks</a:t>
                      </a:r>
                      <a:endParaRPr lang="en-IN" sz="15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nSpc>
                          <a:spcPct val="107000"/>
                        </a:lnSpc>
                        <a:spcAft>
                          <a:spcPts val="800"/>
                        </a:spcAft>
                        <a:buNone/>
                      </a:pPr>
                      <a:r>
                        <a:rPr lang="en-IN" sz="1500" kern="100" dirty="0">
                          <a:solidFill>
                            <a:schemeClr val="tx1"/>
                          </a:solidFill>
                          <a:effectLst/>
                          <a:latin typeface="Times New Roman" panose="02020603050405020304" pitchFamily="18" charset="0"/>
                          <a:cs typeface="Times New Roman" panose="02020603050405020304" pitchFamily="18" charset="0"/>
                        </a:rPr>
                        <a:t>2024</a:t>
                      </a:r>
                      <a:endParaRPr lang="en-IN" sz="15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nSpc>
                          <a:spcPct val="107000"/>
                        </a:lnSpc>
                        <a:spcAft>
                          <a:spcPts val="800"/>
                        </a:spcAft>
                        <a:buNone/>
                      </a:pPr>
                      <a:r>
                        <a:rPr lang="en-IN" sz="1500" kern="100" dirty="0">
                          <a:solidFill>
                            <a:schemeClr val="tx1"/>
                          </a:solidFill>
                          <a:effectLst/>
                          <a:latin typeface="Times New Roman" panose="02020603050405020304" pitchFamily="18" charset="0"/>
                          <a:cs typeface="Times New Roman" panose="02020603050405020304" pitchFamily="18" charset="0"/>
                        </a:rPr>
                        <a:t>P. </a:t>
                      </a:r>
                      <a:r>
                        <a:rPr lang="en-IN" sz="1500" kern="100" dirty="0" err="1">
                          <a:solidFill>
                            <a:schemeClr val="tx1"/>
                          </a:solidFill>
                          <a:effectLst/>
                          <a:latin typeface="Times New Roman" panose="02020603050405020304" pitchFamily="18" charset="0"/>
                          <a:cs typeface="Times New Roman" panose="02020603050405020304" pitchFamily="18" charset="0"/>
                        </a:rPr>
                        <a:t>Radoglou</a:t>
                      </a:r>
                      <a:r>
                        <a:rPr lang="en-IN" sz="1500" kern="100" dirty="0">
                          <a:solidFill>
                            <a:schemeClr val="tx1"/>
                          </a:solidFill>
                          <a:effectLst/>
                          <a:latin typeface="Times New Roman" panose="02020603050405020304" pitchFamily="18" charset="0"/>
                          <a:cs typeface="Times New Roman" panose="02020603050405020304" pitchFamily="18" charset="0"/>
                        </a:rPr>
                        <a:t>- </a:t>
                      </a:r>
                      <a:r>
                        <a:rPr lang="en-IN" sz="1500" kern="100" dirty="0" err="1">
                          <a:solidFill>
                            <a:schemeClr val="tx1"/>
                          </a:solidFill>
                          <a:effectLst/>
                          <a:latin typeface="Times New Roman" panose="02020603050405020304" pitchFamily="18" charset="0"/>
                          <a:cs typeface="Times New Roman" panose="02020603050405020304" pitchFamily="18" charset="0"/>
                        </a:rPr>
                        <a:t>Grammatikis</a:t>
                      </a:r>
                      <a:r>
                        <a:rPr lang="en-IN" sz="1500" kern="100" dirty="0">
                          <a:solidFill>
                            <a:schemeClr val="tx1"/>
                          </a:solidFill>
                          <a:effectLst/>
                          <a:latin typeface="Times New Roman" panose="02020603050405020304" pitchFamily="18" charset="0"/>
                          <a:cs typeface="Times New Roman" panose="02020603050405020304" pitchFamily="18" charset="0"/>
                        </a:rPr>
                        <a:t> et al.</a:t>
                      </a:r>
                      <a:endParaRPr lang="en-IN" sz="15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nSpc>
                          <a:spcPct val="107000"/>
                        </a:lnSpc>
                        <a:spcAft>
                          <a:spcPts val="800"/>
                        </a:spcAft>
                        <a:buNone/>
                      </a:pPr>
                      <a:r>
                        <a:rPr lang="en-IN" sz="1500" kern="100" dirty="0">
                          <a:solidFill>
                            <a:schemeClr val="tx1"/>
                          </a:solidFill>
                          <a:effectLst/>
                          <a:latin typeface="Times New Roman" panose="02020603050405020304" pitchFamily="18" charset="0"/>
                          <a:cs typeface="Times New Roman" panose="02020603050405020304" pitchFamily="18" charset="0"/>
                        </a:rPr>
                        <a:t>Q-Learning &amp; epsilon-Greedy</a:t>
                      </a:r>
                      <a:endParaRPr lang="en-IN" sz="15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nSpc>
                          <a:spcPct val="107000"/>
                        </a:lnSpc>
                        <a:spcAft>
                          <a:spcPts val="800"/>
                        </a:spcAft>
                        <a:buNone/>
                      </a:pPr>
                      <a:r>
                        <a:rPr lang="en-IN" sz="1500" kern="100">
                          <a:solidFill>
                            <a:schemeClr val="tx1"/>
                          </a:solidFill>
                          <a:effectLst/>
                          <a:latin typeface="Times New Roman" panose="02020603050405020304" pitchFamily="18" charset="0"/>
                          <a:cs typeface="Times New Roman" panose="02020603050405020304" pitchFamily="18" charset="0"/>
                        </a:rPr>
                        <a:t>Uses AI to find the perfect balance between high security and fast network speed.</a:t>
                      </a:r>
                      <a:endParaRPr lang="en-IN" sz="15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nSpc>
                          <a:spcPct val="107000"/>
                        </a:lnSpc>
                        <a:spcAft>
                          <a:spcPts val="800"/>
                        </a:spcAft>
                        <a:buNone/>
                      </a:pPr>
                      <a:r>
                        <a:rPr lang="en-IN" sz="1500" kern="100">
                          <a:solidFill>
                            <a:schemeClr val="tx1"/>
                          </a:solidFill>
                          <a:effectLst/>
                          <a:latin typeface="Times New Roman" panose="02020603050405020304" pitchFamily="18" charset="0"/>
                          <a:cs typeface="Times New Roman" panose="02020603050405020304" pitchFamily="18" charset="0"/>
                        </a:rPr>
                        <a:t>~85.00%</a:t>
                      </a:r>
                      <a:endParaRPr lang="en-IN" sz="15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extLst>
                  <a:ext uri="{0D108BD9-81ED-4DB2-BD59-A6C34878D82A}">
                    <a16:rowId xmlns:a16="http://schemas.microsoft.com/office/drawing/2014/main" val="3455755926"/>
                  </a:ext>
                </a:extLst>
              </a:tr>
              <a:tr h="1341758">
                <a:tc>
                  <a:txBody>
                    <a:bodyPr/>
                    <a:lstStyle/>
                    <a:p>
                      <a:pPr>
                        <a:lnSpc>
                          <a:spcPct val="107000"/>
                        </a:lnSpc>
                        <a:spcAft>
                          <a:spcPts val="800"/>
                        </a:spcAft>
                        <a:buNone/>
                      </a:pPr>
                      <a:r>
                        <a:rPr lang="en-IN" sz="1500" kern="100" dirty="0">
                          <a:solidFill>
                            <a:schemeClr val="tx1"/>
                          </a:solidFill>
                          <a:effectLst/>
                          <a:latin typeface="Times New Roman" panose="02020603050405020304" pitchFamily="18" charset="0"/>
                          <a:cs typeface="Times New Roman" panose="02020603050405020304" pitchFamily="18" charset="0"/>
                        </a:rPr>
                        <a:t>AI-Driven Evolutionary Honeypots for Polymorphic Threats</a:t>
                      </a:r>
                      <a:endParaRPr lang="en-IN" sz="15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nSpc>
                          <a:spcPct val="107000"/>
                        </a:lnSpc>
                        <a:spcAft>
                          <a:spcPts val="800"/>
                        </a:spcAft>
                        <a:buNone/>
                      </a:pPr>
                      <a:r>
                        <a:rPr lang="en-IN" sz="1500" kern="100" dirty="0">
                          <a:solidFill>
                            <a:schemeClr val="tx1"/>
                          </a:solidFill>
                          <a:effectLst/>
                          <a:latin typeface="Times New Roman" panose="02020603050405020304" pitchFamily="18" charset="0"/>
                          <a:cs typeface="Times New Roman" panose="02020603050405020304" pitchFamily="18" charset="0"/>
                        </a:rPr>
                        <a:t>2025</a:t>
                      </a:r>
                      <a:endParaRPr lang="en-IN" sz="15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nSpc>
                          <a:spcPct val="107000"/>
                        </a:lnSpc>
                        <a:spcAft>
                          <a:spcPts val="800"/>
                        </a:spcAft>
                        <a:buNone/>
                      </a:pPr>
                      <a:r>
                        <a:rPr lang="en-IN" sz="1500" kern="100" dirty="0">
                          <a:solidFill>
                            <a:schemeClr val="tx1"/>
                          </a:solidFill>
                          <a:effectLst/>
                          <a:latin typeface="Times New Roman" panose="02020603050405020304" pitchFamily="18" charset="0"/>
                          <a:cs typeface="Times New Roman" panose="02020603050405020304" pitchFamily="18" charset="0"/>
                        </a:rPr>
                        <a:t>N. </a:t>
                      </a:r>
                      <a:r>
                        <a:rPr lang="en-IN" sz="1500" kern="100" dirty="0" err="1">
                          <a:solidFill>
                            <a:schemeClr val="tx1"/>
                          </a:solidFill>
                          <a:effectLst/>
                          <a:latin typeface="Times New Roman" panose="02020603050405020304" pitchFamily="18" charset="0"/>
                          <a:cs typeface="Times New Roman" panose="02020603050405020304" pitchFamily="18" charset="0"/>
                        </a:rPr>
                        <a:t>Kamatkar</a:t>
                      </a:r>
                      <a:r>
                        <a:rPr lang="en-IN" sz="1500" kern="100" dirty="0">
                          <a:solidFill>
                            <a:schemeClr val="tx1"/>
                          </a:solidFill>
                          <a:effectLst/>
                          <a:latin typeface="Times New Roman" panose="02020603050405020304" pitchFamily="18" charset="0"/>
                          <a:cs typeface="Times New Roman" panose="02020603050405020304" pitchFamily="18" charset="0"/>
                        </a:rPr>
                        <a:t> &amp; C. Kamble</a:t>
                      </a:r>
                      <a:endParaRPr lang="en-IN" sz="15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nSpc>
                          <a:spcPct val="107000"/>
                        </a:lnSpc>
                        <a:spcAft>
                          <a:spcPts val="800"/>
                        </a:spcAft>
                        <a:buNone/>
                      </a:pPr>
                      <a:r>
                        <a:rPr lang="en-IN" sz="1500" kern="100">
                          <a:solidFill>
                            <a:schemeClr val="tx1"/>
                          </a:solidFill>
                          <a:effectLst/>
                          <a:latin typeface="Times New Roman" panose="02020603050405020304" pitchFamily="18" charset="0"/>
                          <a:cs typeface="Times New Roman" panose="02020603050405020304" pitchFamily="18" charset="0"/>
                        </a:rPr>
                        <a:t>Transformers &amp; Reinforcement Learning</a:t>
                      </a:r>
                      <a:endParaRPr lang="en-IN" sz="15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nSpc>
                          <a:spcPct val="107000"/>
                        </a:lnSpc>
                        <a:spcAft>
                          <a:spcPts val="800"/>
                        </a:spcAft>
                        <a:buNone/>
                      </a:pPr>
                      <a:r>
                        <a:rPr lang="en-IN" sz="1500" kern="100" dirty="0">
                          <a:solidFill>
                            <a:schemeClr val="tx1"/>
                          </a:solidFill>
                          <a:effectLst/>
                          <a:latin typeface="Times New Roman" panose="02020603050405020304" pitchFamily="18" charset="0"/>
                          <a:cs typeface="Times New Roman" panose="02020603050405020304" pitchFamily="18" charset="0"/>
                        </a:rPr>
                        <a:t>Predicts the hacker’s next move and updates the trap to stay ahead.</a:t>
                      </a:r>
                      <a:endParaRPr lang="en-IN" sz="15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nSpc>
                          <a:spcPct val="107000"/>
                        </a:lnSpc>
                        <a:spcAft>
                          <a:spcPts val="800"/>
                        </a:spcAft>
                        <a:buNone/>
                      </a:pPr>
                      <a:r>
                        <a:rPr lang="en-IN" sz="1500" kern="100">
                          <a:solidFill>
                            <a:schemeClr val="tx1"/>
                          </a:solidFill>
                          <a:effectLst/>
                          <a:latin typeface="Times New Roman" panose="02020603050405020304" pitchFamily="18" charset="0"/>
                          <a:cs typeface="Times New Roman" panose="02020603050405020304" pitchFamily="18" charset="0"/>
                        </a:rPr>
                        <a:t>81.68%</a:t>
                      </a:r>
                      <a:endParaRPr lang="en-IN" sz="15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extLst>
                  <a:ext uri="{0D108BD9-81ED-4DB2-BD59-A6C34878D82A}">
                    <a16:rowId xmlns:a16="http://schemas.microsoft.com/office/drawing/2014/main" val="1731241745"/>
                  </a:ext>
                </a:extLst>
              </a:tr>
              <a:tr h="1341758">
                <a:tc>
                  <a:txBody>
                    <a:bodyPr/>
                    <a:lstStyle/>
                    <a:p>
                      <a:pPr>
                        <a:lnSpc>
                          <a:spcPct val="107000"/>
                        </a:lnSpc>
                        <a:spcAft>
                          <a:spcPts val="800"/>
                        </a:spcAft>
                        <a:buNone/>
                      </a:pPr>
                      <a:r>
                        <a:rPr lang="en-IN" sz="1500" kern="100">
                          <a:solidFill>
                            <a:schemeClr val="tx1"/>
                          </a:solidFill>
                          <a:effectLst/>
                          <a:latin typeface="Times New Roman" panose="02020603050405020304" pitchFamily="18" charset="0"/>
                          <a:cs typeface="Times New Roman" panose="02020603050405020304" pitchFamily="18" charset="0"/>
                        </a:rPr>
                        <a:t>AI-Driven Honeypots: Detecting Attack Patterns in Real Time</a:t>
                      </a:r>
                      <a:endParaRPr lang="en-IN" sz="15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nSpc>
                          <a:spcPct val="107000"/>
                        </a:lnSpc>
                        <a:spcAft>
                          <a:spcPts val="800"/>
                        </a:spcAft>
                        <a:buNone/>
                      </a:pPr>
                      <a:r>
                        <a:rPr lang="en-IN" sz="1500" kern="100">
                          <a:solidFill>
                            <a:schemeClr val="tx1"/>
                          </a:solidFill>
                          <a:effectLst/>
                          <a:latin typeface="Times New Roman" panose="02020603050405020304" pitchFamily="18" charset="0"/>
                          <a:cs typeface="Times New Roman" panose="02020603050405020304" pitchFamily="18" charset="0"/>
                        </a:rPr>
                        <a:t>2025</a:t>
                      </a:r>
                      <a:endParaRPr lang="en-IN" sz="15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nSpc>
                          <a:spcPct val="107000"/>
                        </a:lnSpc>
                        <a:spcAft>
                          <a:spcPts val="800"/>
                        </a:spcAft>
                        <a:buNone/>
                      </a:pPr>
                      <a:r>
                        <a:rPr lang="en-IN" sz="1500" kern="100" dirty="0">
                          <a:solidFill>
                            <a:schemeClr val="tx1"/>
                          </a:solidFill>
                          <a:effectLst/>
                          <a:latin typeface="Times New Roman" panose="02020603050405020304" pitchFamily="18" charset="0"/>
                          <a:cs typeface="Times New Roman" panose="02020603050405020304" pitchFamily="18" charset="0"/>
                        </a:rPr>
                        <a:t>Dr. M. H. </a:t>
                      </a:r>
                      <a:r>
                        <a:rPr lang="en-IN" sz="1500" kern="100" dirty="0" err="1">
                          <a:solidFill>
                            <a:schemeClr val="tx1"/>
                          </a:solidFill>
                          <a:effectLst/>
                          <a:latin typeface="Times New Roman" panose="02020603050405020304" pitchFamily="18" charset="0"/>
                          <a:cs typeface="Times New Roman" panose="02020603050405020304" pitchFamily="18" charset="0"/>
                        </a:rPr>
                        <a:t>Nebagiri</a:t>
                      </a:r>
                      <a:r>
                        <a:rPr lang="en-IN" sz="1500" kern="100" dirty="0">
                          <a:solidFill>
                            <a:schemeClr val="tx1"/>
                          </a:solidFill>
                          <a:effectLst/>
                          <a:latin typeface="Times New Roman" panose="02020603050405020304" pitchFamily="18" charset="0"/>
                          <a:cs typeface="Times New Roman" panose="02020603050405020304" pitchFamily="18" charset="0"/>
                        </a:rPr>
                        <a:t> &amp; Pushpa. D</a:t>
                      </a:r>
                      <a:endParaRPr lang="en-IN" sz="15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nSpc>
                          <a:spcPct val="107000"/>
                        </a:lnSpc>
                        <a:spcAft>
                          <a:spcPts val="800"/>
                        </a:spcAft>
                        <a:buNone/>
                      </a:pPr>
                      <a:r>
                        <a:rPr lang="en-IN" sz="1500" kern="100">
                          <a:solidFill>
                            <a:schemeClr val="tx1"/>
                          </a:solidFill>
                          <a:effectLst/>
                          <a:latin typeface="Times New Roman" panose="02020603050405020304" pitchFamily="18" charset="0"/>
                          <a:cs typeface="Times New Roman" panose="02020603050405020304" pitchFamily="18" charset="0"/>
                        </a:rPr>
                        <a:t>Machine Learning Classification</a:t>
                      </a:r>
                      <a:endParaRPr lang="en-IN" sz="15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nSpc>
                          <a:spcPct val="107000"/>
                        </a:lnSpc>
                        <a:spcAft>
                          <a:spcPts val="800"/>
                        </a:spcAft>
                        <a:buNone/>
                      </a:pPr>
                      <a:r>
                        <a:rPr lang="en-IN" sz="1500" kern="100">
                          <a:solidFill>
                            <a:schemeClr val="tx1"/>
                          </a:solidFill>
                          <a:effectLst/>
                          <a:latin typeface="Times New Roman" panose="02020603050405020304" pitchFamily="18" charset="0"/>
                          <a:cs typeface="Times New Roman" panose="02020603050405020304" pitchFamily="18" charset="0"/>
                        </a:rPr>
                        <a:t>Instantly identifies and blocks malicious activity while it is happening.</a:t>
                      </a:r>
                      <a:endParaRPr lang="en-IN" sz="15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nSpc>
                          <a:spcPct val="107000"/>
                        </a:lnSpc>
                        <a:spcAft>
                          <a:spcPts val="800"/>
                        </a:spcAft>
                        <a:buNone/>
                      </a:pPr>
                      <a:r>
                        <a:rPr lang="en-IN" sz="1500" kern="100">
                          <a:solidFill>
                            <a:schemeClr val="tx1"/>
                          </a:solidFill>
                          <a:effectLst/>
                          <a:latin typeface="Times New Roman" panose="02020603050405020304" pitchFamily="18" charset="0"/>
                          <a:cs typeface="Times New Roman" panose="02020603050405020304" pitchFamily="18" charset="0"/>
                        </a:rPr>
                        <a:t>~95.00%</a:t>
                      </a:r>
                      <a:endParaRPr lang="en-IN" sz="15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extLst>
                  <a:ext uri="{0D108BD9-81ED-4DB2-BD59-A6C34878D82A}">
                    <a16:rowId xmlns:a16="http://schemas.microsoft.com/office/drawing/2014/main" val="4089548222"/>
                  </a:ext>
                </a:extLst>
              </a:tr>
              <a:tr h="1341758">
                <a:tc>
                  <a:txBody>
                    <a:bodyPr/>
                    <a:lstStyle/>
                    <a:p>
                      <a:pPr>
                        <a:lnSpc>
                          <a:spcPct val="107000"/>
                        </a:lnSpc>
                        <a:spcAft>
                          <a:spcPts val="800"/>
                        </a:spcAft>
                        <a:buNone/>
                      </a:pPr>
                      <a:r>
                        <a:rPr lang="en-IN" sz="1500" kern="100">
                          <a:solidFill>
                            <a:schemeClr val="tx1"/>
                          </a:solidFill>
                          <a:effectLst/>
                          <a:latin typeface="Times New Roman" panose="02020603050405020304" pitchFamily="18" charset="0"/>
                          <a:cs typeface="Times New Roman" panose="02020603050405020304" pitchFamily="18" charset="0"/>
                        </a:rPr>
                        <a:t>AI-Driven Adaptive Honeypots for Dynamic Threats</a:t>
                      </a:r>
                      <a:endParaRPr lang="en-IN" sz="15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nSpc>
                          <a:spcPct val="107000"/>
                        </a:lnSpc>
                        <a:spcAft>
                          <a:spcPts val="800"/>
                        </a:spcAft>
                        <a:buNone/>
                      </a:pPr>
                      <a:r>
                        <a:rPr lang="en-IN" sz="1500" kern="100">
                          <a:solidFill>
                            <a:schemeClr val="tx1"/>
                          </a:solidFill>
                          <a:effectLst/>
                          <a:latin typeface="Times New Roman" panose="02020603050405020304" pitchFamily="18" charset="0"/>
                          <a:cs typeface="Times New Roman" panose="02020603050405020304" pitchFamily="18" charset="0"/>
                        </a:rPr>
                        <a:t>2025</a:t>
                      </a:r>
                      <a:endParaRPr lang="en-IN" sz="15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nSpc>
                          <a:spcPct val="107000"/>
                        </a:lnSpc>
                        <a:spcAft>
                          <a:spcPts val="800"/>
                        </a:spcAft>
                        <a:buNone/>
                      </a:pPr>
                      <a:r>
                        <a:rPr lang="en-IN" sz="1500" kern="100">
                          <a:solidFill>
                            <a:schemeClr val="tx1"/>
                          </a:solidFill>
                          <a:effectLst/>
                          <a:latin typeface="Times New Roman" panose="02020603050405020304" pitchFamily="18" charset="0"/>
                          <a:cs typeface="Times New Roman" panose="02020603050405020304" pitchFamily="18" charset="0"/>
                        </a:rPr>
                        <a:t>Shafeena K I &amp; Sreeji K B</a:t>
                      </a:r>
                      <a:endParaRPr lang="en-IN" sz="15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nSpc>
                          <a:spcPct val="107000"/>
                        </a:lnSpc>
                        <a:spcAft>
                          <a:spcPts val="800"/>
                        </a:spcAft>
                        <a:buNone/>
                      </a:pPr>
                      <a:r>
                        <a:rPr lang="en-IN" sz="1500" kern="100">
                          <a:solidFill>
                            <a:schemeClr val="tx1"/>
                          </a:solidFill>
                          <a:effectLst/>
                          <a:latin typeface="Times New Roman" panose="02020603050405020304" pitchFamily="18" charset="0"/>
                          <a:cs typeface="Times New Roman" panose="02020603050405020304" pitchFamily="18" charset="0"/>
                        </a:rPr>
                        <a:t>Automated Anomaly Detection</a:t>
                      </a:r>
                      <a:endParaRPr lang="en-IN" sz="15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nSpc>
                          <a:spcPct val="107000"/>
                        </a:lnSpc>
                        <a:spcAft>
                          <a:spcPts val="800"/>
                        </a:spcAft>
                        <a:buNone/>
                      </a:pPr>
                      <a:r>
                        <a:rPr lang="en-IN" sz="1500" kern="100">
                          <a:solidFill>
                            <a:schemeClr val="tx1"/>
                          </a:solidFill>
                          <a:effectLst/>
                          <a:latin typeface="Times New Roman" panose="02020603050405020304" pitchFamily="18" charset="0"/>
                          <a:cs typeface="Times New Roman" panose="02020603050405020304" pitchFamily="18" charset="0"/>
                        </a:rPr>
                        <a:t>Automatically changes the decoy setup to match new and unknown attacks.</a:t>
                      </a:r>
                      <a:endParaRPr lang="en-IN" sz="15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nSpc>
                          <a:spcPct val="107000"/>
                        </a:lnSpc>
                        <a:spcAft>
                          <a:spcPts val="800"/>
                        </a:spcAft>
                        <a:buNone/>
                      </a:pPr>
                      <a:r>
                        <a:rPr lang="en-IN" sz="1500" kern="100" dirty="0">
                          <a:solidFill>
                            <a:schemeClr val="tx1"/>
                          </a:solidFill>
                          <a:effectLst/>
                          <a:latin typeface="Times New Roman" panose="02020603050405020304" pitchFamily="18" charset="0"/>
                          <a:cs typeface="Times New Roman" panose="02020603050405020304" pitchFamily="18" charset="0"/>
                        </a:rPr>
                        <a:t>~92.00%</a:t>
                      </a:r>
                      <a:endParaRPr lang="en-IN" sz="15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extLst>
                  <a:ext uri="{0D108BD9-81ED-4DB2-BD59-A6C34878D82A}">
                    <a16:rowId xmlns:a16="http://schemas.microsoft.com/office/drawing/2014/main" val="2271695243"/>
                  </a:ext>
                </a:extLst>
              </a:tr>
            </a:tbl>
          </a:graphicData>
        </a:graphic>
      </p:graphicFrame>
    </p:spTree>
    <p:extLst>
      <p:ext uri="{BB962C8B-B14F-4D97-AF65-F5344CB8AC3E}">
        <p14:creationId xmlns:p14="http://schemas.microsoft.com/office/powerpoint/2010/main" val="17091804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FCBFD-F056-344B-4809-9A0FA113F77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E736BF0-6AE5-39FB-EFEC-D403DE8059DB}"/>
              </a:ext>
            </a:extLst>
          </p:cNvPr>
          <p:cNvSpPr>
            <a:spLocks noGrp="1"/>
          </p:cNvSpPr>
          <p:nvPr>
            <p:ph type="title"/>
          </p:nvPr>
        </p:nvSpPr>
        <p:spPr>
          <a:xfrm>
            <a:off x="739648" y="119888"/>
            <a:ext cx="10479024" cy="557784"/>
          </a:xfrm>
        </p:spPr>
        <p:txBody>
          <a:bodyPr>
            <a:normAutofit fontScale="90000"/>
          </a:bodyPr>
          <a:lstStyle/>
          <a:p>
            <a:pPr algn="ctr"/>
            <a:r>
              <a:rPr lang="en-US" sz="2500" dirty="0">
                <a:solidFill>
                  <a:schemeClr val="tx1"/>
                </a:solidFill>
                <a:latin typeface="Times New Roman" panose="02020603050405020304" pitchFamily="18" charset="0"/>
                <a:cs typeface="Times New Roman" panose="02020603050405020304" pitchFamily="18" charset="0"/>
              </a:rPr>
              <a:t>LITERATURE SURVEY</a:t>
            </a:r>
            <a:br>
              <a:rPr lang="en-US" dirty="0">
                <a:solidFill>
                  <a:schemeClr val="tx1"/>
                </a:solidFill>
              </a:rPr>
            </a:br>
            <a:endParaRPr lang="en-US" dirty="0">
              <a:solidFill>
                <a:schemeClr val="tx1"/>
              </a:solidFill>
            </a:endParaRPr>
          </a:p>
        </p:txBody>
      </p:sp>
      <p:sp>
        <p:nvSpPr>
          <p:cNvPr id="4" name="Text Placeholder 3">
            <a:extLst>
              <a:ext uri="{FF2B5EF4-FFF2-40B4-BE49-F238E27FC236}">
                <a16:creationId xmlns:a16="http://schemas.microsoft.com/office/drawing/2014/main" id="{05AB2AC9-1834-788B-7F75-8FC75B90A44C}"/>
              </a:ext>
            </a:extLst>
          </p:cNvPr>
          <p:cNvSpPr>
            <a:spLocks noGrp="1"/>
          </p:cNvSpPr>
          <p:nvPr>
            <p:ph type="body" sz="quarter" idx="10"/>
          </p:nvPr>
        </p:nvSpPr>
        <p:spPr/>
        <p:txBody>
          <a:bodyPr/>
          <a:lstStyle/>
          <a:p>
            <a:endParaRPr lang="en-US" sz="2000" dirty="0"/>
          </a:p>
          <a:p>
            <a:endParaRPr lang="en-US" dirty="0"/>
          </a:p>
        </p:txBody>
      </p:sp>
      <p:graphicFrame>
        <p:nvGraphicFramePr>
          <p:cNvPr id="2" name="Table 1">
            <a:extLst>
              <a:ext uri="{FF2B5EF4-FFF2-40B4-BE49-F238E27FC236}">
                <a16:creationId xmlns:a16="http://schemas.microsoft.com/office/drawing/2014/main" id="{0A3A5EC1-C0BC-40F3-F441-5AE7BD17509E}"/>
              </a:ext>
            </a:extLst>
          </p:cNvPr>
          <p:cNvGraphicFramePr>
            <a:graphicFrameLocks noGrp="1"/>
          </p:cNvGraphicFramePr>
          <p:nvPr>
            <p:extLst>
              <p:ext uri="{D42A27DB-BD31-4B8C-83A1-F6EECF244321}">
                <p14:modId xmlns:p14="http://schemas.microsoft.com/office/powerpoint/2010/main" val="3780906405"/>
              </p:ext>
            </p:extLst>
          </p:nvPr>
        </p:nvGraphicFramePr>
        <p:xfrm>
          <a:off x="640079" y="677673"/>
          <a:ext cx="10922004" cy="5357367"/>
        </p:xfrm>
        <a:graphic>
          <a:graphicData uri="http://schemas.openxmlformats.org/drawingml/2006/table">
            <a:tbl>
              <a:tblPr firstRow="1" firstCol="1" bandRow="1">
                <a:tableStyleId>{93296810-A885-4BE3-A3E7-6D5BEEA58F35}</a:tableStyleId>
              </a:tblPr>
              <a:tblGrid>
                <a:gridCol w="1820334">
                  <a:extLst>
                    <a:ext uri="{9D8B030D-6E8A-4147-A177-3AD203B41FA5}">
                      <a16:colId xmlns:a16="http://schemas.microsoft.com/office/drawing/2014/main" val="3559380985"/>
                    </a:ext>
                  </a:extLst>
                </a:gridCol>
                <a:gridCol w="1820334">
                  <a:extLst>
                    <a:ext uri="{9D8B030D-6E8A-4147-A177-3AD203B41FA5}">
                      <a16:colId xmlns:a16="http://schemas.microsoft.com/office/drawing/2014/main" val="2651502044"/>
                    </a:ext>
                  </a:extLst>
                </a:gridCol>
                <a:gridCol w="1820334">
                  <a:extLst>
                    <a:ext uri="{9D8B030D-6E8A-4147-A177-3AD203B41FA5}">
                      <a16:colId xmlns:a16="http://schemas.microsoft.com/office/drawing/2014/main" val="3779053308"/>
                    </a:ext>
                  </a:extLst>
                </a:gridCol>
                <a:gridCol w="1820334">
                  <a:extLst>
                    <a:ext uri="{9D8B030D-6E8A-4147-A177-3AD203B41FA5}">
                      <a16:colId xmlns:a16="http://schemas.microsoft.com/office/drawing/2014/main" val="2184682663"/>
                    </a:ext>
                  </a:extLst>
                </a:gridCol>
                <a:gridCol w="1820334">
                  <a:extLst>
                    <a:ext uri="{9D8B030D-6E8A-4147-A177-3AD203B41FA5}">
                      <a16:colId xmlns:a16="http://schemas.microsoft.com/office/drawing/2014/main" val="868959508"/>
                    </a:ext>
                  </a:extLst>
                </a:gridCol>
                <a:gridCol w="1820334">
                  <a:extLst>
                    <a:ext uri="{9D8B030D-6E8A-4147-A177-3AD203B41FA5}">
                      <a16:colId xmlns:a16="http://schemas.microsoft.com/office/drawing/2014/main" val="358324991"/>
                    </a:ext>
                  </a:extLst>
                </a:gridCol>
              </a:tblGrid>
              <a:tr h="746276">
                <a:tc>
                  <a:txBody>
                    <a:bodyPr/>
                    <a:lstStyle/>
                    <a:p>
                      <a:pPr>
                        <a:lnSpc>
                          <a:spcPct val="107000"/>
                        </a:lnSpc>
                        <a:spcAft>
                          <a:spcPts val="800"/>
                        </a:spcAft>
                        <a:buNone/>
                      </a:pPr>
                      <a:r>
                        <a:rPr lang="en-IN" sz="1600" b="0" kern="100" dirty="0">
                          <a:effectLst/>
                          <a:latin typeface="Times New Roman" panose="02020603050405020304" pitchFamily="18" charset="0"/>
                          <a:cs typeface="Times New Roman" panose="02020603050405020304" pitchFamily="18" charset="0"/>
                        </a:rPr>
                        <a:t>Paper Title</a:t>
                      </a:r>
                      <a:endParaRPr lang="en-IN" sz="16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nSpc>
                          <a:spcPct val="107000"/>
                        </a:lnSpc>
                        <a:spcAft>
                          <a:spcPts val="800"/>
                        </a:spcAft>
                        <a:buNone/>
                      </a:pPr>
                      <a:r>
                        <a:rPr lang="en-IN" sz="1600" b="0" kern="100">
                          <a:effectLst/>
                          <a:latin typeface="Times New Roman" panose="02020603050405020304" pitchFamily="18" charset="0"/>
                          <a:cs typeface="Times New Roman" panose="02020603050405020304" pitchFamily="18" charset="0"/>
                        </a:rPr>
                        <a:t>Year</a:t>
                      </a:r>
                      <a:endParaRPr lang="en-IN" sz="16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nSpc>
                          <a:spcPct val="107000"/>
                        </a:lnSpc>
                        <a:spcAft>
                          <a:spcPts val="800"/>
                        </a:spcAft>
                        <a:buNone/>
                      </a:pPr>
                      <a:r>
                        <a:rPr lang="en-IN" sz="1600" b="0" kern="100">
                          <a:effectLst/>
                          <a:latin typeface="Times New Roman" panose="02020603050405020304" pitchFamily="18" charset="0"/>
                          <a:cs typeface="Times New Roman" panose="02020603050405020304" pitchFamily="18" charset="0"/>
                        </a:rPr>
                        <a:t>Author(s)</a:t>
                      </a:r>
                      <a:endParaRPr lang="en-IN" sz="16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nSpc>
                          <a:spcPct val="107000"/>
                        </a:lnSpc>
                        <a:spcAft>
                          <a:spcPts val="800"/>
                        </a:spcAft>
                        <a:buNone/>
                      </a:pPr>
                      <a:r>
                        <a:rPr lang="en-IN" sz="1600" b="0" kern="100">
                          <a:effectLst/>
                          <a:latin typeface="Times New Roman" panose="02020603050405020304" pitchFamily="18" charset="0"/>
                          <a:cs typeface="Times New Roman" panose="02020603050405020304" pitchFamily="18" charset="0"/>
                        </a:rPr>
                        <a:t>Methods / Models Used</a:t>
                      </a:r>
                      <a:endParaRPr lang="en-IN" sz="16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nSpc>
                          <a:spcPct val="107000"/>
                        </a:lnSpc>
                        <a:spcAft>
                          <a:spcPts val="800"/>
                        </a:spcAft>
                        <a:buNone/>
                      </a:pPr>
                      <a:r>
                        <a:rPr lang="en-IN" sz="1600" b="0" kern="100">
                          <a:effectLst/>
                          <a:latin typeface="Times New Roman" panose="02020603050405020304" pitchFamily="18" charset="0"/>
                          <a:cs typeface="Times New Roman" panose="02020603050405020304" pitchFamily="18" charset="0"/>
                        </a:rPr>
                        <a:t>Key Contribution</a:t>
                      </a:r>
                      <a:endParaRPr lang="en-IN" sz="16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nSpc>
                          <a:spcPct val="107000"/>
                        </a:lnSpc>
                        <a:spcAft>
                          <a:spcPts val="800"/>
                        </a:spcAft>
                        <a:buNone/>
                      </a:pPr>
                      <a:r>
                        <a:rPr lang="en-IN" sz="1600" b="0" kern="100" dirty="0">
                          <a:effectLst/>
                          <a:latin typeface="Times New Roman" panose="02020603050405020304" pitchFamily="18" charset="0"/>
                          <a:cs typeface="Times New Roman" panose="02020603050405020304" pitchFamily="18" charset="0"/>
                        </a:rPr>
                        <a:t>Accuracy</a:t>
                      </a:r>
                      <a:endParaRPr lang="en-IN" sz="16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extLst>
                  <a:ext uri="{0D108BD9-81ED-4DB2-BD59-A6C34878D82A}">
                    <a16:rowId xmlns:a16="http://schemas.microsoft.com/office/drawing/2014/main" val="2894758755"/>
                  </a:ext>
                </a:extLst>
              </a:tr>
              <a:tr h="1635875">
                <a:tc>
                  <a:txBody>
                    <a:bodyPr/>
                    <a:lstStyle/>
                    <a:p>
                      <a:pPr>
                        <a:lnSpc>
                          <a:spcPct val="107000"/>
                        </a:lnSpc>
                        <a:spcAft>
                          <a:spcPts val="800"/>
                        </a:spcAft>
                        <a:buNone/>
                      </a:pPr>
                      <a:r>
                        <a:rPr lang="en-IN" sz="1600" b="0" kern="100" dirty="0">
                          <a:effectLst/>
                          <a:latin typeface="Times New Roman" panose="02020603050405020304" pitchFamily="18" charset="0"/>
                          <a:cs typeface="Times New Roman" panose="02020603050405020304" pitchFamily="18" charset="0"/>
                        </a:rPr>
                        <a:t>Effectiveness of AI-Based Adaptive Honeypots</a:t>
                      </a:r>
                      <a:endParaRPr lang="en-IN" sz="16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nSpc>
                          <a:spcPct val="107000"/>
                        </a:lnSpc>
                        <a:spcAft>
                          <a:spcPts val="800"/>
                        </a:spcAft>
                        <a:buNone/>
                      </a:pPr>
                      <a:r>
                        <a:rPr lang="en-IN" sz="1600" b="0" kern="100" dirty="0">
                          <a:effectLst/>
                          <a:latin typeface="Times New Roman" panose="02020603050405020304" pitchFamily="18" charset="0"/>
                          <a:cs typeface="Times New Roman" panose="02020603050405020304" pitchFamily="18" charset="0"/>
                        </a:rPr>
                        <a:t>2025</a:t>
                      </a:r>
                      <a:endParaRPr lang="en-IN" sz="16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nSpc>
                          <a:spcPct val="107000"/>
                        </a:lnSpc>
                        <a:spcAft>
                          <a:spcPts val="800"/>
                        </a:spcAft>
                        <a:buNone/>
                      </a:pPr>
                      <a:r>
                        <a:rPr lang="en-IN" sz="1600" b="0" kern="100" dirty="0">
                          <a:effectLst/>
                          <a:latin typeface="Times New Roman" panose="02020603050405020304" pitchFamily="18" charset="0"/>
                          <a:cs typeface="Times New Roman" panose="02020603050405020304" pitchFamily="18" charset="0"/>
                        </a:rPr>
                        <a:t>L. H. Purnama &amp; D. H. </a:t>
                      </a:r>
                      <a:r>
                        <a:rPr lang="en-IN" sz="1600" b="0" kern="100" dirty="0" err="1">
                          <a:effectLst/>
                          <a:latin typeface="Times New Roman" panose="02020603050405020304" pitchFamily="18" charset="0"/>
                          <a:cs typeface="Times New Roman" panose="02020603050405020304" pitchFamily="18" charset="0"/>
                        </a:rPr>
                        <a:t>Prasetyo</a:t>
                      </a:r>
                      <a:endParaRPr lang="en-IN" sz="16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nSpc>
                          <a:spcPct val="107000"/>
                        </a:lnSpc>
                        <a:spcAft>
                          <a:spcPts val="800"/>
                        </a:spcAft>
                        <a:buNone/>
                      </a:pPr>
                      <a:r>
                        <a:rPr lang="en-IN" sz="1600" b="0" kern="100" dirty="0">
                          <a:effectLst/>
                          <a:latin typeface="Times New Roman" panose="02020603050405020304" pitchFamily="18" charset="0"/>
                          <a:cs typeface="Times New Roman" panose="02020603050405020304" pitchFamily="18" charset="0"/>
                        </a:rPr>
                        <a:t>Meta-Analysis of 36 Studies</a:t>
                      </a:r>
                      <a:endParaRPr lang="en-IN" sz="16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nSpc>
                          <a:spcPct val="107000"/>
                        </a:lnSpc>
                        <a:spcAft>
                          <a:spcPts val="800"/>
                        </a:spcAft>
                        <a:buNone/>
                      </a:pPr>
                      <a:r>
                        <a:rPr lang="en-IN" sz="1600" b="0" kern="100">
                          <a:effectLst/>
                          <a:latin typeface="Times New Roman" panose="02020603050405020304" pitchFamily="18" charset="0"/>
                          <a:cs typeface="Times New Roman" panose="02020603050405020304" pitchFamily="18" charset="0"/>
                        </a:rPr>
                        <a:t>Provides a massive summary proving that AI makes honeypots much more effective.</a:t>
                      </a:r>
                      <a:endParaRPr lang="en-IN" sz="16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nSpc>
                          <a:spcPct val="107000"/>
                        </a:lnSpc>
                        <a:spcAft>
                          <a:spcPts val="800"/>
                        </a:spcAft>
                        <a:buNone/>
                      </a:pPr>
                      <a:r>
                        <a:rPr lang="en-IN" sz="1600" b="0" kern="100">
                          <a:effectLst/>
                          <a:latin typeface="Times New Roman" panose="02020603050405020304" pitchFamily="18" charset="0"/>
                          <a:cs typeface="Times New Roman" panose="02020603050405020304" pitchFamily="18" charset="0"/>
                        </a:rPr>
                        <a:t>90.50%</a:t>
                      </a:r>
                      <a:endParaRPr lang="en-IN" sz="16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extLst>
                  <a:ext uri="{0D108BD9-81ED-4DB2-BD59-A6C34878D82A}">
                    <a16:rowId xmlns:a16="http://schemas.microsoft.com/office/drawing/2014/main" val="1086269033"/>
                  </a:ext>
                </a:extLst>
              </a:tr>
              <a:tr h="1635875">
                <a:tc>
                  <a:txBody>
                    <a:bodyPr/>
                    <a:lstStyle/>
                    <a:p>
                      <a:pPr>
                        <a:lnSpc>
                          <a:spcPct val="107000"/>
                        </a:lnSpc>
                        <a:spcAft>
                          <a:spcPts val="800"/>
                        </a:spcAft>
                        <a:buNone/>
                      </a:pPr>
                      <a:r>
                        <a:rPr lang="en-IN" sz="1600" b="0" kern="100" dirty="0">
                          <a:effectLst/>
                          <a:latin typeface="Times New Roman" panose="02020603050405020304" pitchFamily="18" charset="0"/>
                          <a:cs typeface="Times New Roman" panose="02020603050405020304" pitchFamily="18" charset="0"/>
                        </a:rPr>
                        <a:t>Adaptive Honeypot System with Behaviour Analysis</a:t>
                      </a:r>
                      <a:endParaRPr lang="en-IN" sz="16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nSpc>
                          <a:spcPct val="107000"/>
                        </a:lnSpc>
                        <a:spcAft>
                          <a:spcPts val="800"/>
                        </a:spcAft>
                        <a:buNone/>
                      </a:pPr>
                      <a:r>
                        <a:rPr lang="en-IN" sz="1600" b="0" kern="100">
                          <a:effectLst/>
                          <a:latin typeface="Times New Roman" panose="02020603050405020304" pitchFamily="18" charset="0"/>
                          <a:cs typeface="Times New Roman" panose="02020603050405020304" pitchFamily="18" charset="0"/>
                        </a:rPr>
                        <a:t>2024</a:t>
                      </a:r>
                      <a:endParaRPr lang="en-IN" sz="16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nSpc>
                          <a:spcPct val="107000"/>
                        </a:lnSpc>
                        <a:spcAft>
                          <a:spcPts val="800"/>
                        </a:spcAft>
                        <a:buNone/>
                      </a:pPr>
                      <a:r>
                        <a:rPr lang="en-IN" sz="1600" b="0" kern="100" dirty="0">
                          <a:effectLst/>
                          <a:latin typeface="Times New Roman" panose="02020603050405020304" pitchFamily="18" charset="0"/>
                          <a:cs typeface="Times New Roman" panose="02020603050405020304" pitchFamily="18" charset="0"/>
                        </a:rPr>
                        <a:t>Mrs. Latha P et al.</a:t>
                      </a:r>
                      <a:endParaRPr lang="en-IN" sz="16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nSpc>
                          <a:spcPct val="107000"/>
                        </a:lnSpc>
                        <a:spcAft>
                          <a:spcPts val="800"/>
                        </a:spcAft>
                        <a:buNone/>
                      </a:pPr>
                      <a:r>
                        <a:rPr lang="en-IN" sz="1600" b="0" kern="100">
                          <a:effectLst/>
                          <a:latin typeface="Times New Roman" panose="02020603050405020304" pitchFamily="18" charset="0"/>
                          <a:cs typeface="Times New Roman" panose="02020603050405020304" pitchFamily="18" charset="0"/>
                        </a:rPr>
                        <a:t>K-Means Clustering</a:t>
                      </a:r>
                      <a:endParaRPr lang="en-IN" sz="16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nSpc>
                          <a:spcPct val="107000"/>
                        </a:lnSpc>
                        <a:spcAft>
                          <a:spcPts val="800"/>
                        </a:spcAft>
                        <a:buNone/>
                      </a:pPr>
                      <a:r>
                        <a:rPr lang="en-IN" sz="1600" b="0" kern="100">
                          <a:effectLst/>
                          <a:latin typeface="Times New Roman" panose="02020603050405020304" pitchFamily="18" charset="0"/>
                          <a:cs typeface="Times New Roman" panose="02020603050405020304" pitchFamily="18" charset="0"/>
                        </a:rPr>
                        <a:t>Groups hackers by their behavior to find the most dangerous threats quickly.</a:t>
                      </a:r>
                      <a:endParaRPr lang="en-IN" sz="16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nSpc>
                          <a:spcPct val="107000"/>
                        </a:lnSpc>
                        <a:spcAft>
                          <a:spcPts val="800"/>
                        </a:spcAft>
                        <a:buNone/>
                      </a:pPr>
                      <a:r>
                        <a:rPr lang="en-IN" sz="1600" b="0" kern="100">
                          <a:effectLst/>
                          <a:latin typeface="Times New Roman" panose="02020603050405020304" pitchFamily="18" charset="0"/>
                          <a:cs typeface="Times New Roman" panose="02020603050405020304" pitchFamily="18" charset="0"/>
                        </a:rPr>
                        <a:t>~94.00%</a:t>
                      </a:r>
                      <a:endParaRPr lang="en-IN" sz="16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extLst>
                  <a:ext uri="{0D108BD9-81ED-4DB2-BD59-A6C34878D82A}">
                    <a16:rowId xmlns:a16="http://schemas.microsoft.com/office/drawing/2014/main" val="2293638229"/>
                  </a:ext>
                </a:extLst>
              </a:tr>
              <a:tr h="1339341">
                <a:tc>
                  <a:txBody>
                    <a:bodyPr/>
                    <a:lstStyle/>
                    <a:p>
                      <a:pPr>
                        <a:lnSpc>
                          <a:spcPct val="107000"/>
                        </a:lnSpc>
                        <a:spcAft>
                          <a:spcPts val="800"/>
                        </a:spcAft>
                        <a:buNone/>
                      </a:pPr>
                      <a:r>
                        <a:rPr lang="en-IN" sz="1600" b="0" kern="100" dirty="0">
                          <a:effectLst/>
                          <a:latin typeface="Times New Roman" panose="02020603050405020304" pitchFamily="18" charset="0"/>
                          <a:cs typeface="Times New Roman" panose="02020603050405020304" pitchFamily="18" charset="0"/>
                        </a:rPr>
                        <a:t>HoneyIoT: Adaptive High-Interaction Honeypot for IoT</a:t>
                      </a:r>
                      <a:endParaRPr lang="en-IN" sz="16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nSpc>
                          <a:spcPct val="107000"/>
                        </a:lnSpc>
                        <a:spcAft>
                          <a:spcPts val="800"/>
                        </a:spcAft>
                        <a:buNone/>
                      </a:pPr>
                      <a:r>
                        <a:rPr lang="en-IN" sz="1600" b="0" kern="100">
                          <a:effectLst/>
                          <a:latin typeface="Times New Roman" panose="02020603050405020304" pitchFamily="18" charset="0"/>
                          <a:cs typeface="Times New Roman" panose="02020603050405020304" pitchFamily="18" charset="0"/>
                        </a:rPr>
                        <a:t>2023 </a:t>
                      </a:r>
                      <a:endParaRPr lang="en-IN" sz="16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nSpc>
                          <a:spcPct val="107000"/>
                        </a:lnSpc>
                        <a:spcAft>
                          <a:spcPts val="800"/>
                        </a:spcAft>
                        <a:buNone/>
                      </a:pPr>
                      <a:r>
                        <a:rPr lang="en-IN" sz="1600" b="0" kern="100">
                          <a:effectLst/>
                          <a:latin typeface="Times New Roman" panose="02020603050405020304" pitchFamily="18" charset="0"/>
                          <a:cs typeface="Times New Roman" panose="02020603050405020304" pitchFamily="18" charset="0"/>
                        </a:rPr>
                        <a:t>Chongqi Guan et al.</a:t>
                      </a:r>
                      <a:endParaRPr lang="en-IN" sz="16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nSpc>
                          <a:spcPct val="107000"/>
                        </a:lnSpc>
                        <a:spcAft>
                          <a:spcPts val="800"/>
                        </a:spcAft>
                        <a:buNone/>
                      </a:pPr>
                      <a:r>
                        <a:rPr lang="en-IN" sz="1600" b="0" kern="100">
                          <a:effectLst/>
                          <a:latin typeface="Times New Roman" panose="02020603050405020304" pitchFamily="18" charset="0"/>
                          <a:cs typeface="Times New Roman" panose="02020603050405020304" pitchFamily="18" charset="0"/>
                        </a:rPr>
                        <a:t>Reinforcement Learning</a:t>
                      </a:r>
                      <a:endParaRPr lang="en-IN" sz="16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nSpc>
                          <a:spcPct val="107000"/>
                        </a:lnSpc>
                        <a:spcAft>
                          <a:spcPts val="800"/>
                        </a:spcAft>
                        <a:buNone/>
                      </a:pPr>
                      <a:r>
                        <a:rPr lang="en-IN" sz="1600" b="0" kern="100">
                          <a:effectLst/>
                          <a:latin typeface="Times New Roman" panose="02020603050405020304" pitchFamily="18" charset="0"/>
                          <a:cs typeface="Times New Roman" panose="02020603050405020304" pitchFamily="18" charset="0"/>
                        </a:rPr>
                        <a:t>Mimics real IoT devices so well that even smart hackers get tricked.</a:t>
                      </a:r>
                      <a:endParaRPr lang="en-IN" sz="16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tc>
                  <a:txBody>
                    <a:bodyPr/>
                    <a:lstStyle/>
                    <a:p>
                      <a:pPr>
                        <a:lnSpc>
                          <a:spcPct val="107000"/>
                        </a:lnSpc>
                        <a:spcAft>
                          <a:spcPts val="800"/>
                        </a:spcAft>
                        <a:buNone/>
                      </a:pPr>
                      <a:r>
                        <a:rPr lang="en-IN" sz="1600" b="0" kern="100" dirty="0">
                          <a:effectLst/>
                          <a:latin typeface="Times New Roman" panose="02020603050405020304" pitchFamily="18" charset="0"/>
                          <a:cs typeface="Times New Roman" panose="02020603050405020304" pitchFamily="18" charset="0"/>
                        </a:rPr>
                        <a:t>~88.00%</a:t>
                      </a:r>
                      <a:endParaRPr lang="en-IN" sz="16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76200" marB="76200" anchor="ctr"/>
                </a:tc>
                <a:extLst>
                  <a:ext uri="{0D108BD9-81ED-4DB2-BD59-A6C34878D82A}">
                    <a16:rowId xmlns:a16="http://schemas.microsoft.com/office/drawing/2014/main" val="2933968238"/>
                  </a:ext>
                </a:extLst>
              </a:tr>
            </a:tbl>
          </a:graphicData>
        </a:graphic>
      </p:graphicFrame>
    </p:spTree>
    <p:extLst>
      <p:ext uri="{BB962C8B-B14F-4D97-AF65-F5344CB8AC3E}">
        <p14:creationId xmlns:p14="http://schemas.microsoft.com/office/powerpoint/2010/main" val="1883089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B8C7F-0055-7E24-C912-77DBD756324F}"/>
              </a:ext>
            </a:extLst>
          </p:cNvPr>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OBJECTIVE</a:t>
            </a:r>
            <a:endParaRPr lang="en-IN" dirty="0"/>
          </a:p>
        </p:txBody>
      </p:sp>
      <p:sp>
        <p:nvSpPr>
          <p:cNvPr id="3" name="Content Placeholder 2">
            <a:extLst>
              <a:ext uri="{FF2B5EF4-FFF2-40B4-BE49-F238E27FC236}">
                <a16:creationId xmlns:a16="http://schemas.microsoft.com/office/drawing/2014/main" id="{312AE329-C45D-F9C0-FD7D-74E83C581C9D}"/>
              </a:ext>
            </a:extLst>
          </p:cNvPr>
          <p:cNvSpPr>
            <a:spLocks noGrp="1"/>
          </p:cNvSpPr>
          <p:nvPr>
            <p:ph idx="1"/>
          </p:nvPr>
        </p:nvSpPr>
        <p:spPr/>
        <p:txBody>
          <a:bodyPr/>
          <a:lstStyle/>
          <a:p>
            <a:pPr fontAlgn="t"/>
            <a:r>
              <a:rPr lang="en-IN" dirty="0"/>
              <a:t>Detect</a:t>
            </a:r>
            <a:r>
              <a:rPr lang="en-IN" b="1" dirty="0"/>
              <a:t> </a:t>
            </a:r>
            <a:r>
              <a:rPr lang="en-IN" dirty="0"/>
              <a:t>and</a:t>
            </a:r>
            <a:r>
              <a:rPr lang="en-IN" b="1" dirty="0"/>
              <a:t> </a:t>
            </a:r>
            <a:r>
              <a:rPr lang="en-IN" dirty="0"/>
              <a:t>monitor</a:t>
            </a:r>
            <a:r>
              <a:rPr lang="en-IN" b="1" dirty="0"/>
              <a:t> </a:t>
            </a:r>
            <a:r>
              <a:rPr lang="en-IN" dirty="0"/>
              <a:t>cyber</a:t>
            </a:r>
            <a:r>
              <a:rPr lang="en-IN" b="1" dirty="0"/>
              <a:t> </a:t>
            </a:r>
            <a:r>
              <a:rPr lang="en-IN" dirty="0"/>
              <a:t>attacks</a:t>
            </a:r>
            <a:r>
              <a:rPr lang="en-IN" b="1" dirty="0"/>
              <a:t> </a:t>
            </a:r>
            <a:r>
              <a:rPr lang="en-IN" dirty="0"/>
              <a:t>in</a:t>
            </a:r>
            <a:r>
              <a:rPr lang="en-IN" b="1" dirty="0"/>
              <a:t> </a:t>
            </a:r>
            <a:r>
              <a:rPr lang="en-IN" dirty="0"/>
              <a:t>real</a:t>
            </a:r>
            <a:r>
              <a:rPr lang="en-IN" b="1" dirty="0"/>
              <a:t> </a:t>
            </a:r>
            <a:r>
              <a:rPr lang="en-IN" dirty="0"/>
              <a:t>time</a:t>
            </a:r>
            <a:r>
              <a:rPr lang="en-IN" b="1" dirty="0"/>
              <a:t>.</a:t>
            </a:r>
            <a:endParaRPr lang="en-IN" dirty="0"/>
          </a:p>
          <a:p>
            <a:pPr fontAlgn="t"/>
            <a:r>
              <a:rPr lang="en-IN" dirty="0"/>
              <a:t>Dynamically deploy and manage honeypots based on network conditions.</a:t>
            </a:r>
          </a:p>
          <a:p>
            <a:pPr fontAlgn="t"/>
            <a:r>
              <a:rPr lang="en-IN" dirty="0"/>
              <a:t>Capture and analyze attacker activities and attack patterns.</a:t>
            </a:r>
          </a:p>
          <a:p>
            <a:pPr fontAlgn="t"/>
            <a:r>
              <a:rPr lang="en-IN" dirty="0"/>
              <a:t>Provide a real-time dashboard for monitoring and reporting.</a:t>
            </a:r>
          </a:p>
          <a:p>
            <a:pPr fontAlgn="t"/>
            <a:r>
              <a:rPr lang="en-IN" dirty="0"/>
              <a:t>Optimize network security while reducing resource utilization.</a:t>
            </a:r>
          </a:p>
          <a:p>
            <a:endParaRPr lang="en-IN" dirty="0"/>
          </a:p>
        </p:txBody>
      </p:sp>
      <p:sp>
        <p:nvSpPr>
          <p:cNvPr id="4" name="Slide Number Placeholder 3">
            <a:extLst>
              <a:ext uri="{FF2B5EF4-FFF2-40B4-BE49-F238E27FC236}">
                <a16:creationId xmlns:a16="http://schemas.microsoft.com/office/drawing/2014/main" id="{27BF3FAA-9080-0610-D19C-A2D4B8FA9359}"/>
              </a:ext>
            </a:extLst>
          </p:cNvPr>
          <p:cNvSpPr>
            <a:spLocks noGrp="1"/>
          </p:cNvSpPr>
          <p:nvPr>
            <p:ph type="sldNum" sz="quarter" idx="12"/>
          </p:nvPr>
        </p:nvSpPr>
        <p:spPr/>
        <p:txBody>
          <a:bodyPr/>
          <a:lstStyle/>
          <a:p>
            <a:fld id="{B67B645E-C5E5-4727-B977-D372A0AA71D9}" type="slidenum">
              <a:rPr lang="en-US" smtClean="0"/>
              <a:pPr/>
              <a:t>7</a:t>
            </a:fld>
            <a:endParaRPr lang="en-US" dirty="0"/>
          </a:p>
        </p:txBody>
      </p:sp>
    </p:spTree>
    <p:extLst>
      <p:ext uri="{BB962C8B-B14F-4D97-AF65-F5344CB8AC3E}">
        <p14:creationId xmlns:p14="http://schemas.microsoft.com/office/powerpoint/2010/main" val="4259366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6CB2C-DEBA-D9F2-4FBC-7E380044AFCF}"/>
              </a:ext>
            </a:extLst>
          </p:cNvPr>
          <p:cNvSpPr>
            <a:spLocks noGrp="1"/>
          </p:cNvSpPr>
          <p:nvPr>
            <p:ph type="title"/>
          </p:nvPr>
        </p:nvSpPr>
        <p:spPr>
          <a:xfrm>
            <a:off x="1295402" y="1087120"/>
            <a:ext cx="9601196" cy="1198879"/>
          </a:xfrm>
        </p:spPr>
        <p:txBody>
          <a:bodyPr>
            <a:normAutofit/>
          </a:bodyPr>
          <a:lstStyle/>
          <a:p>
            <a:r>
              <a:rPr lang="en-US" dirty="0">
                <a:latin typeface="Times New Roman" panose="02020603050405020304" pitchFamily="18" charset="0"/>
                <a:cs typeface="Times New Roman" panose="02020603050405020304" pitchFamily="18" charset="0"/>
              </a:rPr>
              <a:t>SCOPE</a:t>
            </a:r>
            <a:endParaRPr lang="en-IN" dirty="0"/>
          </a:p>
        </p:txBody>
      </p:sp>
      <p:sp>
        <p:nvSpPr>
          <p:cNvPr id="3" name="Content Placeholder 2">
            <a:extLst>
              <a:ext uri="{FF2B5EF4-FFF2-40B4-BE49-F238E27FC236}">
                <a16:creationId xmlns:a16="http://schemas.microsoft.com/office/drawing/2014/main" id="{9E585FAE-9B98-2FD9-9487-D1E315D436A7}"/>
              </a:ext>
            </a:extLst>
          </p:cNvPr>
          <p:cNvSpPr>
            <a:spLocks noGrp="1"/>
          </p:cNvSpPr>
          <p:nvPr>
            <p:ph idx="1"/>
          </p:nvPr>
        </p:nvSpPr>
        <p:spPr/>
        <p:txBody>
          <a:bodyPr/>
          <a:lstStyle/>
          <a:p>
            <a:pPr fontAlgn="t"/>
            <a:r>
              <a:rPr lang="en-IN" dirty="0"/>
              <a:t>Intelligent</a:t>
            </a:r>
            <a:r>
              <a:rPr lang="en-IN" b="1" dirty="0"/>
              <a:t> </a:t>
            </a:r>
            <a:r>
              <a:rPr lang="en-IN" dirty="0"/>
              <a:t>decision-making</a:t>
            </a:r>
            <a:r>
              <a:rPr lang="en-IN" b="1" dirty="0"/>
              <a:t> </a:t>
            </a:r>
            <a:r>
              <a:rPr lang="en-IN" dirty="0"/>
              <a:t>using</a:t>
            </a:r>
            <a:r>
              <a:rPr lang="en-IN" b="1" dirty="0"/>
              <a:t> </a:t>
            </a:r>
            <a:r>
              <a:rPr lang="en-IN" dirty="0"/>
              <a:t>reinforcement</a:t>
            </a:r>
            <a:r>
              <a:rPr lang="en-IN" b="1" dirty="0"/>
              <a:t> </a:t>
            </a:r>
            <a:r>
              <a:rPr lang="en-IN" dirty="0"/>
              <a:t>learning</a:t>
            </a:r>
            <a:r>
              <a:rPr lang="en-IN" b="1" dirty="0"/>
              <a:t>.</a:t>
            </a:r>
            <a:endParaRPr lang="en-IN" dirty="0"/>
          </a:p>
          <a:p>
            <a:pPr fontAlgn="t"/>
            <a:r>
              <a:rPr lang="en-IN" dirty="0"/>
              <a:t>Monitor network traffic and detect suspicious activities in real time.</a:t>
            </a:r>
          </a:p>
          <a:p>
            <a:pPr fontAlgn="t"/>
            <a:r>
              <a:rPr lang="en-IN" dirty="0"/>
              <a:t>Automated collection and analysis of attacker behavior.</a:t>
            </a:r>
          </a:p>
          <a:p>
            <a:pPr fontAlgn="t"/>
            <a:r>
              <a:rPr lang="en-IN" dirty="0"/>
              <a:t>Collection and storage of attack logs for analysis.</a:t>
            </a:r>
          </a:p>
          <a:p>
            <a:pPr fontAlgn="t"/>
            <a:r>
              <a:rPr lang="en-IN" dirty="0"/>
              <a:t>Intelligent adaptive deployment of honeypots based on attack patterns.</a:t>
            </a:r>
          </a:p>
          <a:p>
            <a:pPr marL="0" indent="0">
              <a:buNone/>
            </a:pPr>
            <a:endParaRPr lang="en-IN" dirty="0"/>
          </a:p>
        </p:txBody>
      </p:sp>
      <p:sp>
        <p:nvSpPr>
          <p:cNvPr id="4" name="Slide Number Placeholder 3">
            <a:extLst>
              <a:ext uri="{FF2B5EF4-FFF2-40B4-BE49-F238E27FC236}">
                <a16:creationId xmlns:a16="http://schemas.microsoft.com/office/drawing/2014/main" id="{C090D6FB-FCC9-161F-060F-F35C9BAF6267}"/>
              </a:ext>
            </a:extLst>
          </p:cNvPr>
          <p:cNvSpPr>
            <a:spLocks noGrp="1"/>
          </p:cNvSpPr>
          <p:nvPr>
            <p:ph type="sldNum" sz="quarter" idx="12"/>
          </p:nvPr>
        </p:nvSpPr>
        <p:spPr/>
        <p:txBody>
          <a:bodyPr/>
          <a:lstStyle/>
          <a:p>
            <a:fld id="{B67B645E-C5E5-4727-B977-D372A0AA71D9}" type="slidenum">
              <a:rPr lang="en-US" smtClean="0"/>
              <a:pPr/>
              <a:t>8</a:t>
            </a:fld>
            <a:endParaRPr lang="en-US" dirty="0"/>
          </a:p>
        </p:txBody>
      </p:sp>
    </p:spTree>
    <p:extLst>
      <p:ext uri="{BB962C8B-B14F-4D97-AF65-F5344CB8AC3E}">
        <p14:creationId xmlns:p14="http://schemas.microsoft.com/office/powerpoint/2010/main" val="33463602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E1F29-67BA-1074-B82A-E2870EAC85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4919D0-2851-4774-01D4-0395A8038FC2}"/>
              </a:ext>
            </a:extLst>
          </p:cNvPr>
          <p:cNvSpPr>
            <a:spLocks noGrp="1"/>
          </p:cNvSpPr>
          <p:nvPr>
            <p:ph type="title"/>
          </p:nvPr>
        </p:nvSpPr>
        <p:spPr>
          <a:xfrm>
            <a:off x="831086" y="80267"/>
            <a:ext cx="10479024" cy="557784"/>
          </a:xfrm>
        </p:spPr>
        <p:txBody>
          <a:bodyPr/>
          <a:lstStyle/>
          <a:p>
            <a:pPr algn="ctr"/>
            <a:r>
              <a:rPr lang="en-IN" sz="2500" dirty="0">
                <a:latin typeface="Times New Roman" panose="02020603050405020304" pitchFamily="18" charset="0"/>
                <a:cs typeface="Times New Roman" panose="02020603050405020304" pitchFamily="18" charset="0"/>
              </a:rPr>
              <a:t>Existing Dataset vs Our Dataset</a:t>
            </a:r>
          </a:p>
        </p:txBody>
      </p:sp>
      <p:sp>
        <p:nvSpPr>
          <p:cNvPr id="3" name="Content Placeholder 2">
            <a:extLst>
              <a:ext uri="{FF2B5EF4-FFF2-40B4-BE49-F238E27FC236}">
                <a16:creationId xmlns:a16="http://schemas.microsoft.com/office/drawing/2014/main" id="{4DF3BAD4-E56E-E3ED-E5A0-A014F39FC159}"/>
              </a:ext>
            </a:extLst>
          </p:cNvPr>
          <p:cNvSpPr>
            <a:spLocks noGrp="1"/>
          </p:cNvSpPr>
          <p:nvPr>
            <p:ph sz="quarter" idx="13"/>
          </p:nvPr>
        </p:nvSpPr>
        <p:spPr>
          <a:xfrm>
            <a:off x="779271" y="1383323"/>
            <a:ext cx="4856478" cy="4497753"/>
          </a:xfrm>
        </p:spPr>
        <p:txBody>
          <a:bodyPr>
            <a:normAutofit/>
          </a:bodyPr>
          <a:lstStyle/>
          <a:p>
            <a:pPr marL="0" indent="0" algn="just">
              <a:buNone/>
            </a:pPr>
            <a:r>
              <a:rPr lang="en-IN" sz="1600" dirty="0">
                <a:latin typeface="Times New Roman" panose="02020603050405020304" pitchFamily="18" charset="0"/>
                <a:cs typeface="Times New Roman" panose="02020603050405020304" pitchFamily="18" charset="0"/>
              </a:rPr>
              <a:t>1).The base paper relies on </a:t>
            </a:r>
            <a:r>
              <a:rPr lang="en-IN" sz="1600" b="1" dirty="0">
                <a:latin typeface="Times New Roman" panose="02020603050405020304" pitchFamily="18" charset="0"/>
                <a:cs typeface="Times New Roman" panose="02020603050405020304" pitchFamily="18" charset="0"/>
              </a:rPr>
              <a:t>simulation-based data</a:t>
            </a:r>
            <a:r>
              <a:rPr lang="en-IN" sz="1600" dirty="0">
                <a:latin typeface="Times New Roman" panose="02020603050405020304" pitchFamily="18" charset="0"/>
                <a:cs typeface="Times New Roman" panose="02020603050405020304" pitchFamily="18" charset="0"/>
              </a:rPr>
              <a:t>, which is artificially generated and does not fully represent real-world network traffic.  The attack behavior in the simulation is </a:t>
            </a:r>
            <a:r>
              <a:rPr lang="en-IN" sz="1600" b="1" dirty="0">
                <a:latin typeface="Times New Roman" panose="02020603050405020304" pitchFamily="18" charset="0"/>
                <a:cs typeface="Times New Roman" panose="02020603050405020304" pitchFamily="18" charset="0"/>
              </a:rPr>
              <a:t>predefined and assumed. </a:t>
            </a:r>
            <a:endParaRPr lang="en-IN" sz="1600" dirty="0">
              <a:latin typeface="Times New Roman" panose="02020603050405020304" pitchFamily="18" charset="0"/>
              <a:cs typeface="Times New Roman" panose="02020603050405020304" pitchFamily="18" charset="0"/>
            </a:endParaRPr>
          </a:p>
          <a:p>
            <a:pPr marL="0" indent="0" algn="just">
              <a:buNone/>
            </a:pPr>
            <a:r>
              <a:rPr lang="en-IN" sz="1600" b="1" dirty="0">
                <a:latin typeface="Times New Roman" panose="02020603050405020304" pitchFamily="18" charset="0"/>
                <a:cs typeface="Times New Roman" panose="02020603050405020304" pitchFamily="18" charset="0"/>
              </a:rPr>
              <a:t>2) </a:t>
            </a:r>
            <a:r>
              <a:rPr lang="en-IN" sz="1600" dirty="0">
                <a:latin typeface="Times New Roman" panose="02020603050405020304" pitchFamily="18" charset="0"/>
                <a:cs typeface="Times New Roman" panose="02020603050405020304" pitchFamily="18" charset="0"/>
              </a:rPr>
              <a:t>The dataset lacks wireless network and </a:t>
            </a:r>
            <a:r>
              <a:rPr lang="en-IN" sz="1600" b="1" dirty="0">
                <a:latin typeface="Times New Roman" panose="02020603050405020304" pitchFamily="18" charset="0"/>
                <a:cs typeface="Times New Roman" panose="02020603050405020304" pitchFamily="18" charset="0"/>
              </a:rPr>
              <a:t>packet-level features</a:t>
            </a:r>
            <a:r>
              <a:rPr lang="en-IN" sz="1600" dirty="0">
                <a:latin typeface="Times New Roman" panose="02020603050405020304" pitchFamily="18" charset="0"/>
                <a:cs typeface="Times New Roman" panose="02020603050405020304" pitchFamily="18" charset="0"/>
              </a:rPr>
              <a:t> such as IP addresses, source generated by model, limiting detailed traffic analysis.</a:t>
            </a:r>
          </a:p>
          <a:p>
            <a:pPr marL="0" indent="0" algn="just">
              <a:buNone/>
            </a:pPr>
            <a:r>
              <a:rPr lang="en-IN" sz="1600" dirty="0">
                <a:latin typeface="Times New Roman" panose="02020603050405020304" pitchFamily="18" charset="0"/>
                <a:cs typeface="Times New Roman" panose="02020603050405020304" pitchFamily="18" charset="0"/>
              </a:rPr>
              <a:t>3) Only a </a:t>
            </a:r>
            <a:r>
              <a:rPr lang="en-IN" sz="1600" b="1" dirty="0">
                <a:latin typeface="Times New Roman" panose="02020603050405020304" pitchFamily="18" charset="0"/>
                <a:cs typeface="Times New Roman" panose="02020603050405020304" pitchFamily="18" charset="0"/>
              </a:rPr>
              <a:t>limited number of attack scenarios</a:t>
            </a:r>
            <a:r>
              <a:rPr lang="en-IN" sz="1600" dirty="0">
                <a:latin typeface="Times New Roman" panose="02020603050405020304" pitchFamily="18" charset="0"/>
                <a:cs typeface="Times New Roman" panose="02020603050405020304" pitchFamily="18" charset="0"/>
              </a:rPr>
              <a:t> are modeled.  Did not real attack logs and deploy real networks.</a:t>
            </a:r>
          </a:p>
          <a:p>
            <a:pPr marL="0" indent="0" algn="just">
              <a:buNone/>
            </a:pPr>
            <a:endParaRPr lang="en-IN" sz="1600" dirty="0"/>
          </a:p>
          <a:p>
            <a:pPr marL="0" indent="0">
              <a:buNone/>
            </a:pPr>
            <a:endParaRPr lang="en-IN" sz="1600" dirty="0"/>
          </a:p>
        </p:txBody>
      </p:sp>
      <p:sp>
        <p:nvSpPr>
          <p:cNvPr id="4" name="Text Placeholder 3">
            <a:extLst>
              <a:ext uri="{FF2B5EF4-FFF2-40B4-BE49-F238E27FC236}">
                <a16:creationId xmlns:a16="http://schemas.microsoft.com/office/drawing/2014/main" id="{96553498-62EE-DB0E-3D80-B9940B0F2DD0}"/>
              </a:ext>
            </a:extLst>
          </p:cNvPr>
          <p:cNvSpPr>
            <a:spLocks noGrp="1"/>
          </p:cNvSpPr>
          <p:nvPr>
            <p:ph type="body" sz="quarter" idx="15"/>
          </p:nvPr>
        </p:nvSpPr>
        <p:spPr>
          <a:xfrm>
            <a:off x="6289038" y="638077"/>
            <a:ext cx="4122927" cy="557784"/>
          </a:xfrm>
        </p:spPr>
        <p:txBody>
          <a:bodyPr/>
          <a:lstStyle/>
          <a:p>
            <a:pPr algn="ctr"/>
            <a:r>
              <a:rPr lang="en-IN" sz="2400" dirty="0">
                <a:latin typeface="Times New Roman" panose="02020603050405020304" pitchFamily="18" charset="0"/>
                <a:cs typeface="Times New Roman" panose="02020603050405020304" pitchFamily="18" charset="0"/>
              </a:rPr>
              <a:t>OUR DATASET</a:t>
            </a:r>
            <a:endParaRPr lang="en-IN"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00C918F2-F19F-7A14-9144-48C8BBEA99B6}"/>
              </a:ext>
            </a:extLst>
          </p:cNvPr>
          <p:cNvSpPr>
            <a:spLocks noGrp="1"/>
          </p:cNvSpPr>
          <p:nvPr>
            <p:ph sz="quarter" idx="14"/>
          </p:nvPr>
        </p:nvSpPr>
        <p:spPr>
          <a:xfrm>
            <a:off x="5653550" y="1072745"/>
            <a:ext cx="5707364" cy="5697397"/>
          </a:xfrm>
        </p:spPr>
        <p:txBody>
          <a:bodyPr>
            <a:noAutofit/>
          </a:bodyPr>
          <a:lstStyle/>
          <a:p>
            <a:pPr marL="0" indent="0" algn="just">
              <a:lnSpc>
                <a:spcPct val="100000"/>
              </a:lnSpc>
              <a:spcAft>
                <a:spcPts val="600"/>
              </a:spcAft>
              <a:buNone/>
            </a:pPr>
            <a:r>
              <a:rPr lang="en-IN" sz="1600" dirty="0">
                <a:latin typeface="Times New Roman" panose="02020603050405020304" pitchFamily="18" charset="0"/>
                <a:cs typeface="Times New Roman" panose="02020603050405020304" pitchFamily="18" charset="0"/>
              </a:rPr>
              <a:t>1.Dataset is a </a:t>
            </a:r>
            <a:r>
              <a:rPr lang="en-IN" sz="1600" b="1" dirty="0">
                <a:latin typeface="Times New Roman" panose="02020603050405020304" pitchFamily="18" charset="0"/>
                <a:cs typeface="Times New Roman" panose="02020603050405020304" pitchFamily="18" charset="0"/>
              </a:rPr>
              <a:t>real network / honeypot-style log data</a:t>
            </a:r>
            <a:r>
              <a:rPr lang="en-IN" sz="1600" dirty="0">
                <a:latin typeface="Times New Roman" panose="02020603050405020304" pitchFamily="18" charset="0"/>
                <a:cs typeface="Times New Roman" panose="02020603050405020304" pitchFamily="18" charset="0"/>
              </a:rPr>
              <a:t> collected from system interactions. </a:t>
            </a:r>
          </a:p>
          <a:p>
            <a:pPr marL="0" indent="0" algn="just">
              <a:lnSpc>
                <a:spcPct val="100000"/>
              </a:lnSpc>
              <a:spcAft>
                <a:spcPts val="600"/>
              </a:spcAft>
              <a:buNone/>
            </a:pPr>
            <a:r>
              <a:rPr lang="en-IN" sz="1600" dirty="0">
                <a:latin typeface="Times New Roman" panose="02020603050405020304" pitchFamily="18" charset="0"/>
                <a:cs typeface="Times New Roman" panose="02020603050405020304" pitchFamily="18" charset="0"/>
              </a:rPr>
              <a:t>2.Dataset</a:t>
            </a:r>
            <a:r>
              <a:rPr lang="en-IN" sz="1600" b="1" dirty="0">
                <a:latin typeface="Times New Roman" panose="02020603050405020304" pitchFamily="18" charset="0"/>
                <a:cs typeface="Times New Roman" panose="02020603050405020304" pitchFamily="18" charset="0"/>
              </a:rPr>
              <a:t> with </a:t>
            </a:r>
            <a:r>
              <a:rPr lang="en-IN" sz="1600" dirty="0">
                <a:latin typeface="Times New Roman" panose="02020603050405020304" pitchFamily="18" charset="0"/>
                <a:cs typeface="Times New Roman" panose="02020603050405020304" pitchFamily="18" charset="0"/>
              </a:rPr>
              <a:t>4485 records</a:t>
            </a:r>
            <a:r>
              <a:rPr lang="en-IN" sz="1600" b="1" dirty="0">
                <a:latin typeface="Times New Roman" panose="02020603050405020304" pitchFamily="18" charset="0"/>
                <a:cs typeface="Times New Roman" panose="02020603050405020304" pitchFamily="18" charset="0"/>
              </a:rPr>
              <a:t> and these features. Features Used in Our Dataset</a:t>
            </a:r>
            <a:endParaRPr lang="en-IN" sz="1600" dirty="0">
              <a:latin typeface="Times New Roman" panose="02020603050405020304" pitchFamily="18" charset="0"/>
              <a:cs typeface="Times New Roman" panose="02020603050405020304" pitchFamily="18" charset="0"/>
            </a:endParaRPr>
          </a:p>
          <a:p>
            <a:pPr marL="881063" lvl="0" indent="-342900">
              <a:lnSpc>
                <a:spcPct val="100000"/>
              </a:lnSpc>
              <a:spcAft>
                <a:spcPts val="600"/>
              </a:spcAft>
              <a:tabLst>
                <a:tab pos="182563" algn="l"/>
              </a:tabLst>
            </a:pPr>
            <a:r>
              <a:rPr lang="en-IN" sz="1600" dirty="0">
                <a:latin typeface="Times New Roman" panose="02020603050405020304" pitchFamily="18" charset="0"/>
                <a:cs typeface="Times New Roman" panose="02020603050405020304" pitchFamily="18" charset="0"/>
              </a:rPr>
              <a:t>Source IP address</a:t>
            </a:r>
          </a:p>
          <a:p>
            <a:pPr marL="881063" lvl="0" indent="-342900">
              <a:lnSpc>
                <a:spcPct val="100000"/>
              </a:lnSpc>
              <a:spcAft>
                <a:spcPts val="600"/>
              </a:spcAft>
              <a:tabLst>
                <a:tab pos="182563" algn="l"/>
              </a:tabLst>
            </a:pPr>
            <a:r>
              <a:rPr lang="en-IN" sz="1600" dirty="0">
                <a:latin typeface="Times New Roman" panose="02020603050405020304" pitchFamily="18" charset="0"/>
                <a:cs typeface="Times New Roman" panose="02020603050405020304" pitchFamily="18" charset="0"/>
              </a:rPr>
              <a:t>Destination IP address</a:t>
            </a:r>
          </a:p>
          <a:p>
            <a:pPr marL="881063" lvl="0" indent="-342900">
              <a:lnSpc>
                <a:spcPct val="100000"/>
              </a:lnSpc>
              <a:spcAft>
                <a:spcPts val="600"/>
              </a:spcAft>
              <a:tabLst>
                <a:tab pos="182563" algn="l"/>
              </a:tabLst>
            </a:pPr>
            <a:r>
              <a:rPr lang="en-IN" sz="1600" dirty="0">
                <a:latin typeface="Times New Roman" panose="02020603050405020304" pitchFamily="18" charset="0"/>
                <a:cs typeface="Times New Roman" panose="02020603050405020304" pitchFamily="18" charset="0"/>
              </a:rPr>
              <a:t>Request type (GET / HTTP request)</a:t>
            </a:r>
          </a:p>
          <a:p>
            <a:pPr marL="881063" lvl="0" indent="-342900">
              <a:lnSpc>
                <a:spcPct val="100000"/>
              </a:lnSpc>
              <a:spcAft>
                <a:spcPts val="600"/>
              </a:spcAft>
              <a:tabLst>
                <a:tab pos="182563" algn="l"/>
              </a:tabLst>
            </a:pPr>
            <a:r>
              <a:rPr lang="en-IN" sz="1600" dirty="0">
                <a:latin typeface="Times New Roman" panose="02020603050405020304" pitchFamily="18" charset="0"/>
                <a:cs typeface="Times New Roman" panose="02020603050405020304" pitchFamily="18" charset="0"/>
              </a:rPr>
              <a:t>URL accessed</a:t>
            </a:r>
          </a:p>
          <a:p>
            <a:pPr marL="881063" lvl="0" indent="-342900">
              <a:lnSpc>
                <a:spcPct val="100000"/>
              </a:lnSpc>
              <a:spcAft>
                <a:spcPts val="600"/>
              </a:spcAft>
              <a:tabLst>
                <a:tab pos="182563" algn="l"/>
              </a:tabLst>
            </a:pPr>
            <a:r>
              <a:rPr lang="en-IN" sz="1600" dirty="0">
                <a:latin typeface="Times New Roman" panose="02020603050405020304" pitchFamily="18" charset="0"/>
                <a:cs typeface="Times New Roman" panose="02020603050405020304" pitchFamily="18" charset="0"/>
              </a:rPr>
              <a:t>Response status code</a:t>
            </a:r>
          </a:p>
          <a:p>
            <a:pPr marL="881063" lvl="0" indent="-342900">
              <a:lnSpc>
                <a:spcPct val="100000"/>
              </a:lnSpc>
              <a:spcAft>
                <a:spcPts val="600"/>
              </a:spcAft>
              <a:tabLst>
                <a:tab pos="182563" algn="l"/>
              </a:tabLst>
            </a:pPr>
            <a:r>
              <a:rPr lang="en-IN" sz="1600" dirty="0">
                <a:latin typeface="Times New Roman" panose="02020603050405020304" pitchFamily="18" charset="0"/>
                <a:cs typeface="Times New Roman" panose="02020603050405020304" pitchFamily="18" charset="0"/>
              </a:rPr>
              <a:t>Timestamp (date and time)</a:t>
            </a:r>
          </a:p>
          <a:p>
            <a:pPr marL="881063" lvl="0" indent="-342900">
              <a:lnSpc>
                <a:spcPct val="100000"/>
              </a:lnSpc>
              <a:spcAft>
                <a:spcPts val="600"/>
              </a:spcAft>
              <a:tabLst>
                <a:tab pos="182563" algn="l"/>
              </a:tabLst>
            </a:pPr>
            <a:r>
              <a:rPr lang="en-IN" sz="1600" dirty="0">
                <a:latin typeface="Times New Roman" panose="02020603050405020304" pitchFamily="18" charset="0"/>
                <a:cs typeface="Times New Roman" panose="02020603050405020304" pitchFamily="18" charset="0"/>
              </a:rPr>
              <a:t>Country of origin</a:t>
            </a:r>
          </a:p>
          <a:p>
            <a:pPr marL="881063" lvl="0" indent="-342900">
              <a:lnSpc>
                <a:spcPct val="100000"/>
              </a:lnSpc>
              <a:spcAft>
                <a:spcPts val="600"/>
              </a:spcAft>
            </a:pPr>
            <a:r>
              <a:rPr lang="en-IN" sz="1600" dirty="0">
                <a:latin typeface="Times New Roman" panose="02020603050405020304" pitchFamily="18" charset="0"/>
                <a:cs typeface="Times New Roman" panose="02020603050405020304" pitchFamily="18" charset="0"/>
              </a:rPr>
              <a:t>Malicious flag (True / False)</a:t>
            </a:r>
          </a:p>
          <a:p>
            <a:pPr marL="0" indent="0" algn="just">
              <a:lnSpc>
                <a:spcPct val="100000"/>
              </a:lnSpc>
              <a:spcAft>
                <a:spcPts val="600"/>
              </a:spcAft>
              <a:buNone/>
            </a:pPr>
            <a:r>
              <a:rPr lang="en-IN" sz="1600" dirty="0">
                <a:latin typeface="Times New Roman" panose="02020603050405020304" pitchFamily="18" charset="0"/>
                <a:cs typeface="Times New Roman" panose="02020603050405020304" pitchFamily="18" charset="0"/>
              </a:rPr>
              <a:t>3.The dataset includes both </a:t>
            </a:r>
            <a:r>
              <a:rPr lang="en-IN" sz="1600" b="1" dirty="0">
                <a:latin typeface="Times New Roman" panose="02020603050405020304" pitchFamily="18" charset="0"/>
                <a:cs typeface="Times New Roman" panose="02020603050405020304" pitchFamily="18" charset="0"/>
              </a:rPr>
              <a:t>normal and malicious interactions</a:t>
            </a:r>
            <a:r>
              <a:rPr lang="en-IN" sz="1600" dirty="0">
                <a:latin typeface="Times New Roman" panose="02020603050405020304" pitchFamily="18" charset="0"/>
                <a:cs typeface="Times New Roman" panose="02020603050405020304" pitchFamily="18" charset="0"/>
              </a:rPr>
              <a:t>.</a:t>
            </a:r>
          </a:p>
          <a:p>
            <a:pPr marL="0" indent="0" algn="just">
              <a:lnSpc>
                <a:spcPct val="100000"/>
              </a:lnSpc>
              <a:spcAft>
                <a:spcPts val="600"/>
              </a:spcAft>
              <a:buNone/>
            </a:pPr>
            <a:r>
              <a:rPr lang="en-IN" sz="1600" dirty="0">
                <a:latin typeface="Times New Roman" panose="02020603050405020304" pitchFamily="18" charset="0"/>
                <a:cs typeface="Times New Roman" panose="02020603050405020304" pitchFamily="18" charset="0"/>
              </a:rPr>
              <a:t>4. Each record represents a </a:t>
            </a:r>
            <a:r>
              <a:rPr lang="en-IN" sz="1600" b="1" dirty="0">
                <a:latin typeface="Times New Roman" panose="02020603050405020304" pitchFamily="18" charset="0"/>
                <a:cs typeface="Times New Roman" panose="02020603050405020304" pitchFamily="18" charset="0"/>
              </a:rPr>
              <a:t>network request made to the system or honeypot</a:t>
            </a:r>
            <a:r>
              <a:rPr lang="en-IN" sz="1600" dirty="0">
                <a:latin typeface="Times New Roman" panose="02020603050405020304" pitchFamily="18" charset="0"/>
                <a:cs typeface="Times New Roman" panose="02020603050405020304" pitchFamily="18" charset="0"/>
              </a:rPr>
              <a:t>.</a:t>
            </a:r>
          </a:p>
        </p:txBody>
      </p:sp>
      <p:sp>
        <p:nvSpPr>
          <p:cNvPr id="6" name="Slide Number Placeholder 5">
            <a:extLst>
              <a:ext uri="{FF2B5EF4-FFF2-40B4-BE49-F238E27FC236}">
                <a16:creationId xmlns:a16="http://schemas.microsoft.com/office/drawing/2014/main" id="{E1765CB2-8E8B-F98D-0952-B84BF809B553}"/>
              </a:ext>
            </a:extLst>
          </p:cNvPr>
          <p:cNvSpPr>
            <a:spLocks noGrp="1"/>
          </p:cNvSpPr>
          <p:nvPr>
            <p:ph type="sldNum" sz="quarter" idx="11"/>
          </p:nvPr>
        </p:nvSpPr>
        <p:spPr/>
        <p:txBody>
          <a:bodyPr/>
          <a:lstStyle/>
          <a:p>
            <a:fld id="{B67B645E-C5E5-4727-B977-D372A0AA71D9}" type="slidenum">
              <a:rPr lang="en-US" smtClean="0"/>
              <a:pPr/>
              <a:t>9</a:t>
            </a:fld>
            <a:endParaRPr lang="en-US" dirty="0"/>
          </a:p>
        </p:txBody>
      </p:sp>
      <p:sp>
        <p:nvSpPr>
          <p:cNvPr id="7" name="Text Placeholder 3">
            <a:extLst>
              <a:ext uri="{FF2B5EF4-FFF2-40B4-BE49-F238E27FC236}">
                <a16:creationId xmlns:a16="http://schemas.microsoft.com/office/drawing/2014/main" id="{5414E239-4FA6-DACC-F000-E5B648D3634F}"/>
              </a:ext>
            </a:extLst>
          </p:cNvPr>
          <p:cNvSpPr txBox="1">
            <a:spLocks/>
          </p:cNvSpPr>
          <p:nvPr/>
        </p:nvSpPr>
        <p:spPr>
          <a:xfrm>
            <a:off x="841248" y="1554480"/>
            <a:ext cx="4122927" cy="557784"/>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spcAft>
                <a:spcPts val="0"/>
              </a:spcAft>
              <a:buSzPct val="75000"/>
              <a:buFont typeface="Arial" panose="020B0604020202020204" pitchFamily="34" charset="0"/>
              <a:buNone/>
              <a:defRPr sz="2000" b="1" kern="1200" baseline="0">
                <a:solidFill>
                  <a:schemeClr val="tx1"/>
                </a:solidFill>
                <a:latin typeface="+mj-lt"/>
                <a:ea typeface="+mn-ea"/>
                <a:cs typeface="+mn-cs"/>
              </a:defRPr>
            </a:lvl1pPr>
            <a:lvl2pPr marL="731520" indent="-347472" algn="l" defTabSz="914400" rtl="0" eaLnBrk="1" latinLnBrk="0" hangingPunct="1">
              <a:lnSpc>
                <a:spcPct val="90000"/>
              </a:lnSpc>
              <a:spcBef>
                <a:spcPts val="500"/>
              </a:spcBef>
              <a:buSzPct val="75000"/>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097280" indent="-347472" algn="l" defTabSz="914400" rtl="0" eaLnBrk="1" latinLnBrk="0" hangingPunct="1">
              <a:lnSpc>
                <a:spcPct val="90000"/>
              </a:lnSpc>
              <a:spcBef>
                <a:spcPts val="500"/>
              </a:spcBef>
              <a:buSzPct val="75000"/>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463040" indent="-347472" algn="l" defTabSz="914400" rtl="0" eaLnBrk="1" latinLnBrk="0" hangingPunct="1">
              <a:lnSpc>
                <a:spcPct val="90000"/>
              </a:lnSpc>
              <a:spcBef>
                <a:spcPts val="500"/>
              </a:spcBef>
              <a:buSzPct val="75000"/>
              <a:buFont typeface="Arial" panose="020B0604020202020204" pitchFamily="34" charset="0"/>
              <a:buChar char="•"/>
              <a:defRPr sz="1800" kern="1200">
                <a:solidFill>
                  <a:schemeClr val="tx1">
                    <a:lumMod val="75000"/>
                    <a:lumOff val="25000"/>
                  </a:schemeClr>
                </a:solidFill>
                <a:latin typeface="+mn-lt"/>
                <a:ea typeface="+mn-ea"/>
                <a:cs typeface="+mn-cs"/>
              </a:defRPr>
            </a:lvl4pPr>
            <a:lvl5pPr marL="1828800" indent="-347472" algn="l" defTabSz="914400" rtl="0" eaLnBrk="1" latinLnBrk="0" hangingPunct="1">
              <a:lnSpc>
                <a:spcPct val="90000"/>
              </a:lnSpc>
              <a:spcBef>
                <a:spcPts val="500"/>
              </a:spcBef>
              <a:buSzPct val="75000"/>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p:txBody>
      </p:sp>
      <p:sp>
        <p:nvSpPr>
          <p:cNvPr id="8" name="Text Placeholder 3">
            <a:extLst>
              <a:ext uri="{FF2B5EF4-FFF2-40B4-BE49-F238E27FC236}">
                <a16:creationId xmlns:a16="http://schemas.microsoft.com/office/drawing/2014/main" id="{EFC14E43-6FCB-9415-BA9B-97F4BA9860FF}"/>
              </a:ext>
            </a:extLst>
          </p:cNvPr>
          <p:cNvSpPr txBox="1">
            <a:spLocks/>
          </p:cNvSpPr>
          <p:nvPr/>
        </p:nvSpPr>
        <p:spPr>
          <a:xfrm>
            <a:off x="993648" y="1554480"/>
            <a:ext cx="4122927" cy="557784"/>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spcAft>
                <a:spcPts val="0"/>
              </a:spcAft>
              <a:buSzPct val="75000"/>
              <a:buFont typeface="Arial" panose="020B0604020202020204" pitchFamily="34" charset="0"/>
              <a:buNone/>
              <a:defRPr sz="2000" b="1" kern="1200" baseline="0">
                <a:solidFill>
                  <a:schemeClr val="tx1"/>
                </a:solidFill>
                <a:latin typeface="+mj-lt"/>
                <a:ea typeface="+mn-ea"/>
                <a:cs typeface="+mn-cs"/>
              </a:defRPr>
            </a:lvl1pPr>
            <a:lvl2pPr marL="731520" indent="-347472" algn="l" defTabSz="914400" rtl="0" eaLnBrk="1" latinLnBrk="0" hangingPunct="1">
              <a:lnSpc>
                <a:spcPct val="90000"/>
              </a:lnSpc>
              <a:spcBef>
                <a:spcPts val="500"/>
              </a:spcBef>
              <a:buSzPct val="75000"/>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097280" indent="-347472" algn="l" defTabSz="914400" rtl="0" eaLnBrk="1" latinLnBrk="0" hangingPunct="1">
              <a:lnSpc>
                <a:spcPct val="90000"/>
              </a:lnSpc>
              <a:spcBef>
                <a:spcPts val="500"/>
              </a:spcBef>
              <a:buSzPct val="75000"/>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463040" indent="-347472" algn="l" defTabSz="914400" rtl="0" eaLnBrk="1" latinLnBrk="0" hangingPunct="1">
              <a:lnSpc>
                <a:spcPct val="90000"/>
              </a:lnSpc>
              <a:spcBef>
                <a:spcPts val="500"/>
              </a:spcBef>
              <a:buSzPct val="75000"/>
              <a:buFont typeface="Arial" panose="020B0604020202020204" pitchFamily="34" charset="0"/>
              <a:buChar char="•"/>
              <a:defRPr sz="1800" kern="1200">
                <a:solidFill>
                  <a:schemeClr val="tx1">
                    <a:lumMod val="75000"/>
                    <a:lumOff val="25000"/>
                  </a:schemeClr>
                </a:solidFill>
                <a:latin typeface="+mn-lt"/>
                <a:ea typeface="+mn-ea"/>
                <a:cs typeface="+mn-cs"/>
              </a:defRPr>
            </a:lvl4pPr>
            <a:lvl5pPr marL="1828800" indent="-347472" algn="l" defTabSz="914400" rtl="0" eaLnBrk="1" latinLnBrk="0" hangingPunct="1">
              <a:lnSpc>
                <a:spcPct val="90000"/>
              </a:lnSpc>
              <a:spcBef>
                <a:spcPts val="500"/>
              </a:spcBef>
              <a:buSzPct val="75000"/>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p:txBody>
      </p:sp>
      <p:sp>
        <p:nvSpPr>
          <p:cNvPr id="9" name="Text Placeholder 3">
            <a:extLst>
              <a:ext uri="{FF2B5EF4-FFF2-40B4-BE49-F238E27FC236}">
                <a16:creationId xmlns:a16="http://schemas.microsoft.com/office/drawing/2014/main" id="{FE6455B0-BEFC-9A0E-B96F-BE4BD4050D87}"/>
              </a:ext>
            </a:extLst>
          </p:cNvPr>
          <p:cNvSpPr txBox="1">
            <a:spLocks/>
          </p:cNvSpPr>
          <p:nvPr/>
        </p:nvSpPr>
        <p:spPr>
          <a:xfrm>
            <a:off x="841248" y="1554480"/>
            <a:ext cx="4122927" cy="557784"/>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spcAft>
                <a:spcPts val="0"/>
              </a:spcAft>
              <a:buSzPct val="75000"/>
              <a:buFont typeface="Arial" panose="020B0604020202020204" pitchFamily="34" charset="0"/>
              <a:buNone/>
              <a:defRPr sz="2000" b="1" kern="1200" baseline="0">
                <a:solidFill>
                  <a:schemeClr val="tx1"/>
                </a:solidFill>
                <a:latin typeface="+mj-lt"/>
                <a:ea typeface="+mn-ea"/>
                <a:cs typeface="+mn-cs"/>
              </a:defRPr>
            </a:lvl1pPr>
            <a:lvl2pPr marL="731520" indent="-347472" algn="l" defTabSz="914400" rtl="0" eaLnBrk="1" latinLnBrk="0" hangingPunct="1">
              <a:lnSpc>
                <a:spcPct val="90000"/>
              </a:lnSpc>
              <a:spcBef>
                <a:spcPts val="500"/>
              </a:spcBef>
              <a:buSzPct val="75000"/>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097280" indent="-347472" algn="l" defTabSz="914400" rtl="0" eaLnBrk="1" latinLnBrk="0" hangingPunct="1">
              <a:lnSpc>
                <a:spcPct val="90000"/>
              </a:lnSpc>
              <a:spcBef>
                <a:spcPts val="500"/>
              </a:spcBef>
              <a:buSzPct val="75000"/>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463040" indent="-347472" algn="l" defTabSz="914400" rtl="0" eaLnBrk="1" latinLnBrk="0" hangingPunct="1">
              <a:lnSpc>
                <a:spcPct val="90000"/>
              </a:lnSpc>
              <a:spcBef>
                <a:spcPts val="500"/>
              </a:spcBef>
              <a:buSzPct val="75000"/>
              <a:buFont typeface="Arial" panose="020B0604020202020204" pitchFamily="34" charset="0"/>
              <a:buChar char="•"/>
              <a:defRPr sz="1800" kern="1200">
                <a:solidFill>
                  <a:schemeClr val="tx1">
                    <a:lumMod val="75000"/>
                    <a:lumOff val="25000"/>
                  </a:schemeClr>
                </a:solidFill>
                <a:latin typeface="+mn-lt"/>
                <a:ea typeface="+mn-ea"/>
                <a:cs typeface="+mn-cs"/>
              </a:defRPr>
            </a:lvl4pPr>
            <a:lvl5pPr marL="1828800" indent="-347472" algn="l" defTabSz="914400" rtl="0" eaLnBrk="1" latinLnBrk="0" hangingPunct="1">
              <a:lnSpc>
                <a:spcPct val="90000"/>
              </a:lnSpc>
              <a:spcBef>
                <a:spcPts val="500"/>
              </a:spcBef>
              <a:buSzPct val="75000"/>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p:txBody>
      </p:sp>
      <p:sp>
        <p:nvSpPr>
          <p:cNvPr id="10" name="Text Placeholder 3">
            <a:extLst>
              <a:ext uri="{FF2B5EF4-FFF2-40B4-BE49-F238E27FC236}">
                <a16:creationId xmlns:a16="http://schemas.microsoft.com/office/drawing/2014/main" id="{1168E27E-EE51-68E4-FB18-E4F1D0D2E2A5}"/>
              </a:ext>
            </a:extLst>
          </p:cNvPr>
          <p:cNvSpPr txBox="1">
            <a:spLocks/>
          </p:cNvSpPr>
          <p:nvPr/>
        </p:nvSpPr>
        <p:spPr>
          <a:xfrm>
            <a:off x="917448" y="1554480"/>
            <a:ext cx="4122927" cy="557784"/>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spcAft>
                <a:spcPts val="0"/>
              </a:spcAft>
              <a:buSzPct val="75000"/>
              <a:buFont typeface="Arial" panose="020B0604020202020204" pitchFamily="34" charset="0"/>
              <a:buNone/>
              <a:defRPr sz="2000" b="1" kern="1200" baseline="0">
                <a:solidFill>
                  <a:schemeClr val="tx1"/>
                </a:solidFill>
                <a:latin typeface="+mj-lt"/>
                <a:ea typeface="+mn-ea"/>
                <a:cs typeface="+mn-cs"/>
              </a:defRPr>
            </a:lvl1pPr>
            <a:lvl2pPr marL="731520" indent="-347472" algn="l" defTabSz="914400" rtl="0" eaLnBrk="1" latinLnBrk="0" hangingPunct="1">
              <a:lnSpc>
                <a:spcPct val="90000"/>
              </a:lnSpc>
              <a:spcBef>
                <a:spcPts val="500"/>
              </a:spcBef>
              <a:buSzPct val="75000"/>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097280" indent="-347472" algn="l" defTabSz="914400" rtl="0" eaLnBrk="1" latinLnBrk="0" hangingPunct="1">
              <a:lnSpc>
                <a:spcPct val="90000"/>
              </a:lnSpc>
              <a:spcBef>
                <a:spcPts val="500"/>
              </a:spcBef>
              <a:buSzPct val="75000"/>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463040" indent="-347472" algn="l" defTabSz="914400" rtl="0" eaLnBrk="1" latinLnBrk="0" hangingPunct="1">
              <a:lnSpc>
                <a:spcPct val="90000"/>
              </a:lnSpc>
              <a:spcBef>
                <a:spcPts val="500"/>
              </a:spcBef>
              <a:buSzPct val="75000"/>
              <a:buFont typeface="Arial" panose="020B0604020202020204" pitchFamily="34" charset="0"/>
              <a:buChar char="•"/>
              <a:defRPr sz="1800" kern="1200">
                <a:solidFill>
                  <a:schemeClr val="tx1">
                    <a:lumMod val="75000"/>
                    <a:lumOff val="25000"/>
                  </a:schemeClr>
                </a:solidFill>
                <a:latin typeface="+mn-lt"/>
                <a:ea typeface="+mn-ea"/>
                <a:cs typeface="+mn-cs"/>
              </a:defRPr>
            </a:lvl4pPr>
            <a:lvl5pPr marL="1828800" indent="-347472" algn="l" defTabSz="914400" rtl="0" eaLnBrk="1" latinLnBrk="0" hangingPunct="1">
              <a:lnSpc>
                <a:spcPct val="90000"/>
              </a:lnSpc>
              <a:spcBef>
                <a:spcPts val="500"/>
              </a:spcBef>
              <a:buSzPct val="75000"/>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p:txBody>
      </p:sp>
      <p:sp>
        <p:nvSpPr>
          <p:cNvPr id="11" name="Text Placeholder 3">
            <a:extLst>
              <a:ext uri="{FF2B5EF4-FFF2-40B4-BE49-F238E27FC236}">
                <a16:creationId xmlns:a16="http://schemas.microsoft.com/office/drawing/2014/main" id="{F6A78722-58C3-05E3-1151-92E5DACE9781}"/>
              </a:ext>
            </a:extLst>
          </p:cNvPr>
          <p:cNvSpPr txBox="1">
            <a:spLocks/>
          </p:cNvSpPr>
          <p:nvPr/>
        </p:nvSpPr>
        <p:spPr>
          <a:xfrm>
            <a:off x="670560" y="1554480"/>
            <a:ext cx="4122927" cy="557784"/>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spcAft>
                <a:spcPts val="0"/>
              </a:spcAft>
              <a:buSzPct val="75000"/>
              <a:buFont typeface="Arial" panose="020B0604020202020204" pitchFamily="34" charset="0"/>
              <a:buNone/>
              <a:defRPr sz="2000" b="1" kern="1200" baseline="0">
                <a:solidFill>
                  <a:schemeClr val="tx1"/>
                </a:solidFill>
                <a:latin typeface="+mj-lt"/>
                <a:ea typeface="+mn-ea"/>
                <a:cs typeface="+mn-cs"/>
              </a:defRPr>
            </a:lvl1pPr>
            <a:lvl2pPr marL="731520" indent="-347472" algn="l" defTabSz="914400" rtl="0" eaLnBrk="1" latinLnBrk="0" hangingPunct="1">
              <a:lnSpc>
                <a:spcPct val="90000"/>
              </a:lnSpc>
              <a:spcBef>
                <a:spcPts val="500"/>
              </a:spcBef>
              <a:buSzPct val="75000"/>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097280" indent="-347472" algn="l" defTabSz="914400" rtl="0" eaLnBrk="1" latinLnBrk="0" hangingPunct="1">
              <a:lnSpc>
                <a:spcPct val="90000"/>
              </a:lnSpc>
              <a:spcBef>
                <a:spcPts val="500"/>
              </a:spcBef>
              <a:buSzPct val="75000"/>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463040" indent="-347472" algn="l" defTabSz="914400" rtl="0" eaLnBrk="1" latinLnBrk="0" hangingPunct="1">
              <a:lnSpc>
                <a:spcPct val="90000"/>
              </a:lnSpc>
              <a:spcBef>
                <a:spcPts val="500"/>
              </a:spcBef>
              <a:buSzPct val="75000"/>
              <a:buFont typeface="Arial" panose="020B0604020202020204" pitchFamily="34" charset="0"/>
              <a:buChar char="•"/>
              <a:defRPr sz="1800" kern="1200">
                <a:solidFill>
                  <a:schemeClr val="tx1">
                    <a:lumMod val="75000"/>
                    <a:lumOff val="25000"/>
                  </a:schemeClr>
                </a:solidFill>
                <a:latin typeface="+mn-lt"/>
                <a:ea typeface="+mn-ea"/>
                <a:cs typeface="+mn-cs"/>
              </a:defRPr>
            </a:lvl4pPr>
            <a:lvl5pPr marL="1828800" indent="-347472" algn="l" defTabSz="914400" rtl="0" eaLnBrk="1" latinLnBrk="0" hangingPunct="1">
              <a:lnSpc>
                <a:spcPct val="90000"/>
              </a:lnSpc>
              <a:spcBef>
                <a:spcPts val="500"/>
              </a:spcBef>
              <a:buSzPct val="75000"/>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p:txBody>
      </p:sp>
      <p:sp>
        <p:nvSpPr>
          <p:cNvPr id="12" name="Text Placeholder 3">
            <a:extLst>
              <a:ext uri="{FF2B5EF4-FFF2-40B4-BE49-F238E27FC236}">
                <a16:creationId xmlns:a16="http://schemas.microsoft.com/office/drawing/2014/main" id="{A76A172B-F373-0801-72FF-3E555A04E427}"/>
              </a:ext>
            </a:extLst>
          </p:cNvPr>
          <p:cNvSpPr txBox="1">
            <a:spLocks/>
          </p:cNvSpPr>
          <p:nvPr/>
        </p:nvSpPr>
        <p:spPr>
          <a:xfrm>
            <a:off x="879348" y="1632204"/>
            <a:ext cx="4122927" cy="557784"/>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spcAft>
                <a:spcPts val="0"/>
              </a:spcAft>
              <a:buSzPct val="75000"/>
              <a:buFont typeface="Arial" panose="020B0604020202020204" pitchFamily="34" charset="0"/>
              <a:buNone/>
              <a:defRPr sz="2000" b="1" kern="1200" baseline="0">
                <a:solidFill>
                  <a:schemeClr val="tx1"/>
                </a:solidFill>
                <a:latin typeface="+mj-lt"/>
                <a:ea typeface="+mn-ea"/>
                <a:cs typeface="+mn-cs"/>
              </a:defRPr>
            </a:lvl1pPr>
            <a:lvl2pPr marL="731520" indent="-347472" algn="l" defTabSz="914400" rtl="0" eaLnBrk="1" latinLnBrk="0" hangingPunct="1">
              <a:lnSpc>
                <a:spcPct val="90000"/>
              </a:lnSpc>
              <a:spcBef>
                <a:spcPts val="500"/>
              </a:spcBef>
              <a:buSzPct val="75000"/>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097280" indent="-347472" algn="l" defTabSz="914400" rtl="0" eaLnBrk="1" latinLnBrk="0" hangingPunct="1">
              <a:lnSpc>
                <a:spcPct val="90000"/>
              </a:lnSpc>
              <a:spcBef>
                <a:spcPts val="500"/>
              </a:spcBef>
              <a:buSzPct val="75000"/>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463040" indent="-347472" algn="l" defTabSz="914400" rtl="0" eaLnBrk="1" latinLnBrk="0" hangingPunct="1">
              <a:lnSpc>
                <a:spcPct val="90000"/>
              </a:lnSpc>
              <a:spcBef>
                <a:spcPts val="500"/>
              </a:spcBef>
              <a:buSzPct val="75000"/>
              <a:buFont typeface="Arial" panose="020B0604020202020204" pitchFamily="34" charset="0"/>
              <a:buChar char="•"/>
              <a:defRPr sz="1800" kern="1200">
                <a:solidFill>
                  <a:schemeClr val="tx1">
                    <a:lumMod val="75000"/>
                    <a:lumOff val="25000"/>
                  </a:schemeClr>
                </a:solidFill>
                <a:latin typeface="+mn-lt"/>
                <a:ea typeface="+mn-ea"/>
                <a:cs typeface="+mn-cs"/>
              </a:defRPr>
            </a:lvl4pPr>
            <a:lvl5pPr marL="1828800" indent="-347472" algn="l" defTabSz="914400" rtl="0" eaLnBrk="1" latinLnBrk="0" hangingPunct="1">
              <a:lnSpc>
                <a:spcPct val="90000"/>
              </a:lnSpc>
              <a:spcBef>
                <a:spcPts val="500"/>
              </a:spcBef>
              <a:buSzPct val="75000"/>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p:txBody>
      </p:sp>
      <p:sp>
        <p:nvSpPr>
          <p:cNvPr id="13" name="Text Placeholder 3">
            <a:extLst>
              <a:ext uri="{FF2B5EF4-FFF2-40B4-BE49-F238E27FC236}">
                <a16:creationId xmlns:a16="http://schemas.microsoft.com/office/drawing/2014/main" id="{EBD334BE-9AA5-1983-F373-66950618CF9E}"/>
              </a:ext>
            </a:extLst>
          </p:cNvPr>
          <p:cNvSpPr txBox="1">
            <a:spLocks/>
          </p:cNvSpPr>
          <p:nvPr/>
        </p:nvSpPr>
        <p:spPr>
          <a:xfrm>
            <a:off x="993647" y="1598168"/>
            <a:ext cx="4122927" cy="557784"/>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spcAft>
                <a:spcPts val="0"/>
              </a:spcAft>
              <a:buSzPct val="75000"/>
              <a:buFont typeface="Arial" panose="020B0604020202020204" pitchFamily="34" charset="0"/>
              <a:buNone/>
              <a:defRPr sz="2000" b="1" kern="1200" baseline="0">
                <a:solidFill>
                  <a:schemeClr val="tx1"/>
                </a:solidFill>
                <a:latin typeface="+mj-lt"/>
                <a:ea typeface="+mn-ea"/>
                <a:cs typeface="+mn-cs"/>
              </a:defRPr>
            </a:lvl1pPr>
            <a:lvl2pPr marL="731520" indent="-347472" algn="l" defTabSz="914400" rtl="0" eaLnBrk="1" latinLnBrk="0" hangingPunct="1">
              <a:lnSpc>
                <a:spcPct val="90000"/>
              </a:lnSpc>
              <a:spcBef>
                <a:spcPts val="500"/>
              </a:spcBef>
              <a:buSzPct val="75000"/>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097280" indent="-347472" algn="l" defTabSz="914400" rtl="0" eaLnBrk="1" latinLnBrk="0" hangingPunct="1">
              <a:lnSpc>
                <a:spcPct val="90000"/>
              </a:lnSpc>
              <a:spcBef>
                <a:spcPts val="500"/>
              </a:spcBef>
              <a:buSzPct val="75000"/>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463040" indent="-347472" algn="l" defTabSz="914400" rtl="0" eaLnBrk="1" latinLnBrk="0" hangingPunct="1">
              <a:lnSpc>
                <a:spcPct val="90000"/>
              </a:lnSpc>
              <a:spcBef>
                <a:spcPts val="500"/>
              </a:spcBef>
              <a:buSzPct val="75000"/>
              <a:buFont typeface="Arial" panose="020B0604020202020204" pitchFamily="34" charset="0"/>
              <a:buChar char="•"/>
              <a:defRPr sz="1800" kern="1200">
                <a:solidFill>
                  <a:schemeClr val="tx1">
                    <a:lumMod val="75000"/>
                    <a:lumOff val="25000"/>
                  </a:schemeClr>
                </a:solidFill>
                <a:latin typeface="+mn-lt"/>
                <a:ea typeface="+mn-ea"/>
                <a:cs typeface="+mn-cs"/>
              </a:defRPr>
            </a:lvl4pPr>
            <a:lvl5pPr marL="1828800" indent="-347472" algn="l" defTabSz="914400" rtl="0" eaLnBrk="1" latinLnBrk="0" hangingPunct="1">
              <a:lnSpc>
                <a:spcPct val="90000"/>
              </a:lnSpc>
              <a:spcBef>
                <a:spcPts val="500"/>
              </a:spcBef>
              <a:buSzPct val="75000"/>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p:txBody>
      </p:sp>
      <p:sp>
        <p:nvSpPr>
          <p:cNvPr id="14" name="Text Placeholder 3">
            <a:extLst>
              <a:ext uri="{FF2B5EF4-FFF2-40B4-BE49-F238E27FC236}">
                <a16:creationId xmlns:a16="http://schemas.microsoft.com/office/drawing/2014/main" id="{59A8BB14-AC7F-2BA4-5C0D-4F8EF3744385}"/>
              </a:ext>
            </a:extLst>
          </p:cNvPr>
          <p:cNvSpPr txBox="1">
            <a:spLocks/>
          </p:cNvSpPr>
          <p:nvPr/>
        </p:nvSpPr>
        <p:spPr>
          <a:xfrm>
            <a:off x="1146047" y="1750568"/>
            <a:ext cx="4122927" cy="557784"/>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spcAft>
                <a:spcPts val="0"/>
              </a:spcAft>
              <a:buSzPct val="75000"/>
              <a:buFont typeface="Arial" panose="020B0604020202020204" pitchFamily="34" charset="0"/>
              <a:buNone/>
              <a:defRPr sz="2000" b="1" kern="1200" baseline="0">
                <a:solidFill>
                  <a:schemeClr val="tx1"/>
                </a:solidFill>
                <a:latin typeface="+mj-lt"/>
                <a:ea typeface="+mn-ea"/>
                <a:cs typeface="+mn-cs"/>
              </a:defRPr>
            </a:lvl1pPr>
            <a:lvl2pPr marL="731520" indent="-347472" algn="l" defTabSz="914400" rtl="0" eaLnBrk="1" latinLnBrk="0" hangingPunct="1">
              <a:lnSpc>
                <a:spcPct val="90000"/>
              </a:lnSpc>
              <a:spcBef>
                <a:spcPts val="500"/>
              </a:spcBef>
              <a:buSzPct val="75000"/>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097280" indent="-347472" algn="l" defTabSz="914400" rtl="0" eaLnBrk="1" latinLnBrk="0" hangingPunct="1">
              <a:lnSpc>
                <a:spcPct val="90000"/>
              </a:lnSpc>
              <a:spcBef>
                <a:spcPts val="500"/>
              </a:spcBef>
              <a:buSzPct val="75000"/>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463040" indent="-347472" algn="l" defTabSz="914400" rtl="0" eaLnBrk="1" latinLnBrk="0" hangingPunct="1">
              <a:lnSpc>
                <a:spcPct val="90000"/>
              </a:lnSpc>
              <a:spcBef>
                <a:spcPts val="500"/>
              </a:spcBef>
              <a:buSzPct val="75000"/>
              <a:buFont typeface="Arial" panose="020B0604020202020204" pitchFamily="34" charset="0"/>
              <a:buChar char="•"/>
              <a:defRPr sz="1800" kern="1200">
                <a:solidFill>
                  <a:schemeClr val="tx1">
                    <a:lumMod val="75000"/>
                    <a:lumOff val="25000"/>
                  </a:schemeClr>
                </a:solidFill>
                <a:latin typeface="+mn-lt"/>
                <a:ea typeface="+mn-ea"/>
                <a:cs typeface="+mn-cs"/>
              </a:defRPr>
            </a:lvl4pPr>
            <a:lvl5pPr marL="1828800" indent="-347472" algn="l" defTabSz="914400" rtl="0" eaLnBrk="1" latinLnBrk="0" hangingPunct="1">
              <a:lnSpc>
                <a:spcPct val="90000"/>
              </a:lnSpc>
              <a:spcBef>
                <a:spcPts val="500"/>
              </a:spcBef>
              <a:buSzPct val="75000"/>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p:txBody>
      </p:sp>
      <p:sp>
        <p:nvSpPr>
          <p:cNvPr id="15" name="Text Placeholder 3">
            <a:extLst>
              <a:ext uri="{FF2B5EF4-FFF2-40B4-BE49-F238E27FC236}">
                <a16:creationId xmlns:a16="http://schemas.microsoft.com/office/drawing/2014/main" id="{0C15338E-0987-D64A-10A3-D3807A907BD0}"/>
              </a:ext>
            </a:extLst>
          </p:cNvPr>
          <p:cNvSpPr txBox="1">
            <a:spLocks/>
          </p:cNvSpPr>
          <p:nvPr/>
        </p:nvSpPr>
        <p:spPr>
          <a:xfrm>
            <a:off x="831086" y="697233"/>
            <a:ext cx="4122927" cy="501904"/>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spcAft>
                <a:spcPts val="0"/>
              </a:spcAft>
              <a:buSzPct val="75000"/>
              <a:buFont typeface="Arial" panose="020B0604020202020204" pitchFamily="34" charset="0"/>
              <a:buNone/>
              <a:defRPr sz="2000" b="1" kern="1200" baseline="0">
                <a:solidFill>
                  <a:schemeClr val="tx1"/>
                </a:solidFill>
                <a:latin typeface="+mj-lt"/>
                <a:ea typeface="+mn-ea"/>
                <a:cs typeface="+mn-cs"/>
              </a:defRPr>
            </a:lvl1pPr>
            <a:lvl2pPr marL="731520" indent="-347472" algn="l" defTabSz="914400" rtl="0" eaLnBrk="1" latinLnBrk="0" hangingPunct="1">
              <a:lnSpc>
                <a:spcPct val="90000"/>
              </a:lnSpc>
              <a:spcBef>
                <a:spcPts val="500"/>
              </a:spcBef>
              <a:buSzPct val="75000"/>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097280" indent="-347472" algn="l" defTabSz="914400" rtl="0" eaLnBrk="1" latinLnBrk="0" hangingPunct="1">
              <a:lnSpc>
                <a:spcPct val="90000"/>
              </a:lnSpc>
              <a:spcBef>
                <a:spcPts val="500"/>
              </a:spcBef>
              <a:buSzPct val="75000"/>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463040" indent="-347472" algn="l" defTabSz="914400" rtl="0" eaLnBrk="1" latinLnBrk="0" hangingPunct="1">
              <a:lnSpc>
                <a:spcPct val="90000"/>
              </a:lnSpc>
              <a:spcBef>
                <a:spcPts val="500"/>
              </a:spcBef>
              <a:buSzPct val="75000"/>
              <a:buFont typeface="Arial" panose="020B0604020202020204" pitchFamily="34" charset="0"/>
              <a:buChar char="•"/>
              <a:defRPr sz="1800" kern="1200">
                <a:solidFill>
                  <a:schemeClr val="tx1">
                    <a:lumMod val="75000"/>
                    <a:lumOff val="25000"/>
                  </a:schemeClr>
                </a:solidFill>
                <a:latin typeface="+mn-lt"/>
                <a:ea typeface="+mn-ea"/>
                <a:cs typeface="+mn-cs"/>
              </a:defRPr>
            </a:lvl4pPr>
            <a:lvl5pPr marL="1828800" indent="-347472" algn="l" defTabSz="914400" rtl="0" eaLnBrk="1" latinLnBrk="0" hangingPunct="1">
              <a:lnSpc>
                <a:spcPct val="90000"/>
              </a:lnSpc>
              <a:spcBef>
                <a:spcPts val="500"/>
              </a:spcBef>
              <a:buSzPct val="75000"/>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IN" sz="2400" dirty="0">
                <a:latin typeface="Times New Roman" panose="02020603050405020304" pitchFamily="18" charset="0"/>
                <a:cs typeface="Times New Roman" panose="02020603050405020304" pitchFamily="18" charset="0"/>
              </a:rPr>
              <a:t>EXISTING DATASET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25966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65D67-56B9-4DBB-5270-4A51BFCDAB62}"/>
              </a:ext>
            </a:extLst>
          </p:cNvPr>
          <p:cNvSpPr>
            <a:spLocks noGrp="1"/>
          </p:cNvSpPr>
          <p:nvPr>
            <p:ph type="title"/>
          </p:nvPr>
        </p:nvSpPr>
        <p:spPr>
          <a:xfrm>
            <a:off x="3492746" y="677442"/>
            <a:ext cx="5525729" cy="668593"/>
          </a:xfrm>
        </p:spPr>
        <p:txBody>
          <a:bodyPr>
            <a:noAutofit/>
          </a:bodyPr>
          <a:lstStyle/>
          <a:p>
            <a:r>
              <a:rPr lang="en-US" sz="2800" b="1" dirty="0">
                <a:latin typeface="Times New Roman" panose="02020603050405020304" pitchFamily="18" charset="0"/>
                <a:cs typeface="Times New Roman" panose="02020603050405020304" pitchFamily="18" charset="0"/>
              </a:rPr>
              <a:t>EXISTING SYSTEM</a:t>
            </a:r>
            <a:br>
              <a:rPr lang="en-US" sz="2400" b="1" dirty="0"/>
            </a:br>
            <a:endParaRPr lang="en-US" sz="2400" b="1" dirty="0"/>
          </a:p>
        </p:txBody>
      </p:sp>
      <p:sp>
        <p:nvSpPr>
          <p:cNvPr id="4" name="Slide Number Placeholder 3">
            <a:extLst>
              <a:ext uri="{FF2B5EF4-FFF2-40B4-BE49-F238E27FC236}">
                <a16:creationId xmlns:a16="http://schemas.microsoft.com/office/drawing/2014/main" id="{0B7D930E-9FE8-F230-9BDF-13B152862EB4}"/>
              </a:ext>
            </a:extLst>
          </p:cNvPr>
          <p:cNvSpPr>
            <a:spLocks noGrp="1"/>
          </p:cNvSpPr>
          <p:nvPr>
            <p:ph type="sldNum" sz="quarter" idx="11"/>
          </p:nvPr>
        </p:nvSpPr>
        <p:spPr/>
        <p:txBody>
          <a:bodyPr/>
          <a:lstStyle/>
          <a:p>
            <a:fld id="{B67B645E-C5E5-4727-B977-D372A0AA71D9}" type="slidenum">
              <a:rPr lang="en-US" smtClean="0"/>
              <a:pPr/>
              <a:t>10</a:t>
            </a:fld>
            <a:endParaRPr lang="en-US" dirty="0"/>
          </a:p>
        </p:txBody>
      </p:sp>
      <p:pic>
        <p:nvPicPr>
          <p:cNvPr id="11" name="Picture 10">
            <a:extLst>
              <a:ext uri="{FF2B5EF4-FFF2-40B4-BE49-F238E27FC236}">
                <a16:creationId xmlns:a16="http://schemas.microsoft.com/office/drawing/2014/main" id="{B203C0E0-3FE6-5AB6-FE91-377EB5FE4B31}"/>
              </a:ext>
            </a:extLst>
          </p:cNvPr>
          <p:cNvPicPr>
            <a:picLocks noChangeAspect="1"/>
          </p:cNvPicPr>
          <p:nvPr/>
        </p:nvPicPr>
        <p:blipFill>
          <a:blip r:embed="rId2"/>
          <a:stretch>
            <a:fillRect/>
          </a:stretch>
        </p:blipFill>
        <p:spPr>
          <a:xfrm>
            <a:off x="1229032" y="1229031"/>
            <a:ext cx="9688904" cy="4041059"/>
          </a:xfrm>
          <a:prstGeom prst="rect">
            <a:avLst/>
          </a:prstGeom>
        </p:spPr>
      </p:pic>
    </p:spTree>
    <p:extLst>
      <p:ext uri="{BB962C8B-B14F-4D97-AF65-F5344CB8AC3E}">
        <p14:creationId xmlns:p14="http://schemas.microsoft.com/office/powerpoint/2010/main" val="39869982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FE7B3-96FB-2065-3B8F-DA25C5855C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F80802-0CD8-D7F6-5C44-56A0090A3755}"/>
              </a:ext>
            </a:extLst>
          </p:cNvPr>
          <p:cNvSpPr>
            <a:spLocks noGrp="1"/>
          </p:cNvSpPr>
          <p:nvPr>
            <p:ph type="title"/>
          </p:nvPr>
        </p:nvSpPr>
        <p:spPr>
          <a:xfrm>
            <a:off x="2115998" y="633063"/>
            <a:ext cx="7482349" cy="493848"/>
          </a:xfrm>
        </p:spPr>
        <p:txBody>
          <a:bodyPr>
            <a:normAutofit fontScale="90000"/>
          </a:bodyPr>
          <a:lstStyle/>
          <a:p>
            <a:r>
              <a:rPr lang="en-US" sz="2500" b="1" dirty="0">
                <a:latin typeface="Times New Roman" panose="02020603050405020304" pitchFamily="18" charset="0"/>
                <a:cs typeface="Times New Roman" panose="02020603050405020304" pitchFamily="18" charset="0"/>
              </a:rPr>
              <a:t>DISADVANTAGES OF EXISTING SYSTEM</a:t>
            </a:r>
            <a:br>
              <a:rPr lang="en-US" b="1" dirty="0"/>
            </a:br>
            <a:endParaRPr lang="en-US" b="1" dirty="0"/>
          </a:p>
        </p:txBody>
      </p:sp>
      <p:sp>
        <p:nvSpPr>
          <p:cNvPr id="5" name="Content Placeholder 4">
            <a:extLst>
              <a:ext uri="{FF2B5EF4-FFF2-40B4-BE49-F238E27FC236}">
                <a16:creationId xmlns:a16="http://schemas.microsoft.com/office/drawing/2014/main" id="{4F18F147-644D-1887-8473-122C147742F3}"/>
              </a:ext>
            </a:extLst>
          </p:cNvPr>
          <p:cNvSpPr>
            <a:spLocks noGrp="1"/>
          </p:cNvSpPr>
          <p:nvPr>
            <p:ph sz="quarter" idx="13"/>
          </p:nvPr>
        </p:nvSpPr>
        <p:spPr>
          <a:xfrm>
            <a:off x="796412" y="1268361"/>
            <a:ext cx="10121523" cy="4709652"/>
          </a:xfrm>
        </p:spPr>
        <p:txBody>
          <a:bodyPr>
            <a:normAutofit/>
          </a:bodyPr>
          <a:lstStyle/>
          <a:p>
            <a:pPr algn="just"/>
            <a:r>
              <a:rPr lang="en-IN" sz="2400" dirty="0">
                <a:latin typeface="Times New Roman" panose="02020603050405020304" pitchFamily="18" charset="0"/>
                <a:cs typeface="Times New Roman" panose="02020603050405020304" pitchFamily="18" charset="0"/>
              </a:rPr>
              <a:t>Simulation-based approach only; no real-world implementation.</a:t>
            </a:r>
          </a:p>
          <a:p>
            <a:pPr algn="just"/>
            <a:r>
              <a:rPr lang="en-IN" sz="2400" dirty="0">
                <a:latin typeface="Times New Roman" panose="02020603050405020304" pitchFamily="18" charset="0"/>
                <a:cs typeface="Times New Roman" panose="02020603050405020304" pitchFamily="18" charset="0"/>
              </a:rPr>
              <a:t>Uses only Q-Learning, which may not scale well for large and complex environments.</a:t>
            </a:r>
          </a:p>
          <a:p>
            <a:pPr algn="just"/>
            <a:r>
              <a:rPr lang="en-IN" sz="2400" dirty="0">
                <a:latin typeface="Times New Roman" panose="02020603050405020304" pitchFamily="18" charset="0"/>
                <a:cs typeface="Times New Roman" panose="02020603050405020304" pitchFamily="18" charset="0"/>
              </a:rPr>
              <a:t>Does not include real honeypot deployment or attack logging.</a:t>
            </a:r>
          </a:p>
          <a:p>
            <a:pPr algn="just"/>
            <a:r>
              <a:rPr lang="en-IN" sz="2400" dirty="0">
                <a:latin typeface="Times New Roman" panose="02020603050405020304" pitchFamily="18" charset="0"/>
                <a:cs typeface="Times New Roman" panose="02020603050405020304" pitchFamily="18" charset="0"/>
              </a:rPr>
              <a:t>No attack classification or anomaly detection mechanism</a:t>
            </a:r>
          </a:p>
          <a:p>
            <a:pPr algn="just"/>
            <a:r>
              <a:rPr lang="en-IN" sz="2400" dirty="0">
                <a:latin typeface="Times New Roman" panose="02020603050405020304" pitchFamily="18" charset="0"/>
                <a:cs typeface="Times New Roman" panose="02020603050405020304" pitchFamily="18" charset="0"/>
              </a:rPr>
              <a:t>Lacks a real-time monitoring dashboard and alert system.</a:t>
            </a:r>
            <a:endParaRPr lang="en-US"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90D6C82-7B9F-0C5F-C63D-511DA833AB88}"/>
              </a:ext>
            </a:extLst>
          </p:cNvPr>
          <p:cNvSpPr>
            <a:spLocks noGrp="1"/>
          </p:cNvSpPr>
          <p:nvPr>
            <p:ph type="sldNum" sz="quarter" idx="11"/>
          </p:nvPr>
        </p:nvSpPr>
        <p:spPr/>
        <p:txBody>
          <a:bodyPr/>
          <a:lstStyle/>
          <a:p>
            <a:fld id="{B67B645E-C5E5-4727-B977-D372A0AA71D9}" type="slidenum">
              <a:rPr lang="en-US" smtClean="0"/>
              <a:pPr/>
              <a:t>11</a:t>
            </a:fld>
            <a:endParaRPr lang="en-US" dirty="0"/>
          </a:p>
        </p:txBody>
      </p:sp>
    </p:spTree>
    <p:extLst>
      <p:ext uri="{BB962C8B-B14F-4D97-AF65-F5344CB8AC3E}">
        <p14:creationId xmlns:p14="http://schemas.microsoft.com/office/powerpoint/2010/main" val="42081571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DE59B40-DBD5-DA75-350C-F6B1C4AEE9E9}"/>
              </a:ext>
            </a:extLst>
          </p:cNvPr>
          <p:cNvSpPr>
            <a:spLocks noGrp="1"/>
          </p:cNvSpPr>
          <p:nvPr>
            <p:ph type="title"/>
          </p:nvPr>
        </p:nvSpPr>
        <p:spPr>
          <a:xfrm>
            <a:off x="3696208" y="556768"/>
            <a:ext cx="4066032" cy="557784"/>
          </a:xfrm>
        </p:spPr>
        <p:txBody>
          <a:bodyPr/>
          <a:lstStyle/>
          <a:p>
            <a:r>
              <a:rPr lang="en-US" sz="2500" dirty="0">
                <a:solidFill>
                  <a:schemeClr val="tx1"/>
                </a:solidFill>
                <a:latin typeface="Times New Roman" panose="02020603050405020304" pitchFamily="18" charset="0"/>
                <a:cs typeface="Times New Roman" panose="02020603050405020304" pitchFamily="18" charset="0"/>
              </a:rPr>
              <a:t>PROPOSED SYSTEM</a:t>
            </a:r>
            <a:endParaRPr lang="en-IN" sz="2500" dirty="0">
              <a:solidFill>
                <a:schemeClr val="tx1"/>
              </a:solidFill>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885D9CBE-5C3C-E334-BD21-39D0C273D99D}"/>
              </a:ext>
            </a:extLst>
          </p:cNvPr>
          <p:cNvSpPr>
            <a:spLocks noGrp="1"/>
          </p:cNvSpPr>
          <p:nvPr>
            <p:ph type="body" sz="quarter" idx="10"/>
          </p:nvPr>
        </p:nvSpPr>
        <p:spPr>
          <a:xfrm>
            <a:off x="698090" y="1258528"/>
            <a:ext cx="11110452" cy="5132439"/>
          </a:xfrm>
        </p:spPr>
        <p:txBody>
          <a:bodyPr>
            <a:normAutofit fontScale="92500" lnSpcReduction="20000"/>
          </a:bodyPr>
          <a:lstStyle/>
          <a:p>
            <a:pPr lvl="0">
              <a:spcAft>
                <a:spcPts val="600"/>
              </a:spcAft>
            </a:pPr>
            <a:r>
              <a:rPr lang="en-IN" sz="2400" b="1" dirty="0">
                <a:solidFill>
                  <a:schemeClr val="tx1"/>
                </a:solidFill>
                <a:latin typeface="Times New Roman" panose="02020603050405020304" pitchFamily="18" charset="0"/>
                <a:cs typeface="Times New Roman" panose="02020603050405020304" pitchFamily="18" charset="0"/>
              </a:rPr>
              <a:t>Proposed System:</a:t>
            </a:r>
            <a:r>
              <a:rPr lang="en-IN" sz="2400" dirty="0">
                <a:solidFill>
                  <a:schemeClr val="tx1"/>
                </a:solidFill>
                <a:latin typeface="Times New Roman" panose="02020603050405020304" pitchFamily="18" charset="0"/>
                <a:cs typeface="Times New Roman" panose="02020603050405020304" pitchFamily="18" charset="0"/>
              </a:rPr>
              <a:t> </a:t>
            </a:r>
          </a:p>
          <a:p>
            <a:pPr lvl="0">
              <a:spcAft>
                <a:spcPts val="600"/>
              </a:spcAft>
            </a:pPr>
            <a:r>
              <a:rPr lang="en-IN" sz="2400" dirty="0">
                <a:solidFill>
                  <a:schemeClr val="tx1"/>
                </a:solidFill>
                <a:latin typeface="Times New Roman" panose="02020603050405020304" pitchFamily="18" charset="0"/>
                <a:cs typeface="Times New Roman" panose="02020603050405020304" pitchFamily="18" charset="0"/>
              </a:rPr>
              <a:t>                  </a:t>
            </a:r>
            <a:r>
              <a:rPr lang="en-IN" sz="2000" dirty="0">
                <a:solidFill>
                  <a:schemeClr val="tx1"/>
                </a:solidFill>
                <a:latin typeface="Times New Roman" panose="02020603050405020304" pitchFamily="18" charset="0"/>
                <a:cs typeface="Times New Roman" panose="02020603050405020304" pitchFamily="18" charset="0"/>
              </a:rPr>
              <a:t>An RL-based Security Agent that serves as a Honeypot Orchestrator.</a:t>
            </a:r>
          </a:p>
          <a:p>
            <a:pPr lvl="1"/>
            <a:r>
              <a:rPr lang="en-IN" dirty="0">
                <a:solidFill>
                  <a:schemeClr val="tx1"/>
                </a:solidFill>
                <a:latin typeface="Times New Roman" panose="02020603050405020304" pitchFamily="18" charset="0"/>
                <a:cs typeface="Times New Roman" panose="02020603050405020304" pitchFamily="18" charset="0"/>
              </a:rPr>
              <a:t>Phase 1 (Server):</a:t>
            </a:r>
            <a:r>
              <a:rPr lang="en-IN" b="1" dirty="0">
                <a:solidFill>
                  <a:schemeClr val="tx1"/>
                </a:solidFill>
                <a:latin typeface="Times New Roman" panose="02020603050405020304" pitchFamily="18" charset="0"/>
                <a:cs typeface="Times New Roman" panose="02020603050405020304" pitchFamily="18" charset="0"/>
              </a:rPr>
              <a:t> Network Monitoring</a:t>
            </a:r>
          </a:p>
          <a:p>
            <a:pPr lvl="1"/>
            <a:r>
              <a:rPr lang="en-IN" dirty="0">
                <a:solidFill>
                  <a:schemeClr val="tx1"/>
                </a:solidFill>
                <a:latin typeface="Times New Roman" panose="02020603050405020304" pitchFamily="18" charset="0"/>
                <a:cs typeface="Times New Roman" panose="02020603050405020304" pitchFamily="18" charset="0"/>
              </a:rPr>
              <a:t>Phase 2 : Deploy honeypots dynamically based on network conditions</a:t>
            </a:r>
          </a:p>
          <a:p>
            <a:pPr lvl="1"/>
            <a:r>
              <a:rPr lang="en-IN" dirty="0">
                <a:solidFill>
                  <a:schemeClr val="tx1"/>
                </a:solidFill>
                <a:latin typeface="Times New Roman" panose="02020603050405020304" pitchFamily="18" charset="0"/>
                <a:cs typeface="Times New Roman" panose="02020603050405020304" pitchFamily="18" charset="0"/>
              </a:rPr>
              <a:t>Phase 3</a:t>
            </a:r>
            <a:r>
              <a:rPr lang="en-IN" b="1" dirty="0">
                <a:solidFill>
                  <a:schemeClr val="tx1"/>
                </a:solidFill>
                <a:latin typeface="Times New Roman" panose="02020603050405020304" pitchFamily="18" charset="0"/>
                <a:cs typeface="Times New Roman" panose="02020603050405020304" pitchFamily="18" charset="0"/>
              </a:rPr>
              <a:t>:</a:t>
            </a:r>
            <a:r>
              <a:rPr lang="en-IN" dirty="0">
                <a:solidFill>
                  <a:schemeClr val="tx1"/>
                </a:solidFill>
                <a:latin typeface="Times New Roman" panose="02020603050405020304" pitchFamily="18" charset="0"/>
                <a:cs typeface="Times New Roman" panose="02020603050405020304" pitchFamily="18" charset="0"/>
              </a:rPr>
              <a:t> Attack Capture</a:t>
            </a:r>
          </a:p>
          <a:p>
            <a:pPr lvl="1"/>
            <a:r>
              <a:rPr lang="en-IN" dirty="0">
                <a:solidFill>
                  <a:schemeClr val="tx1"/>
                </a:solidFill>
                <a:latin typeface="Times New Roman" panose="02020603050405020304" pitchFamily="18" charset="0"/>
                <a:cs typeface="Times New Roman" panose="02020603050405020304" pitchFamily="18" charset="0"/>
              </a:rPr>
              <a:t>Phase 4 (AI Agent): Q-Learning updates </a:t>
            </a:r>
            <a:r>
              <a:rPr lang="en-IN" dirty="0" err="1">
                <a:solidFill>
                  <a:schemeClr val="tx1"/>
                </a:solidFill>
                <a:latin typeface="Times New Roman" panose="02020603050405020304" pitchFamily="18" charset="0"/>
                <a:cs typeface="Times New Roman" panose="02020603050405020304" pitchFamily="18" charset="0"/>
              </a:rPr>
              <a:t>defense</a:t>
            </a:r>
            <a:r>
              <a:rPr lang="en-IN" dirty="0">
                <a:solidFill>
                  <a:schemeClr val="tx1"/>
                </a:solidFill>
                <a:latin typeface="Times New Roman" panose="02020603050405020304" pitchFamily="18" charset="0"/>
                <a:cs typeface="Times New Roman" panose="02020603050405020304" pitchFamily="18" charset="0"/>
              </a:rPr>
              <a:t> strategies after every security event    (Attack Classification, Anomaly Detection.</a:t>
            </a:r>
          </a:p>
          <a:p>
            <a:pPr lvl="1"/>
            <a:r>
              <a:rPr lang="en-IN" dirty="0">
                <a:solidFill>
                  <a:schemeClr val="tx1"/>
                </a:solidFill>
                <a:latin typeface="Times New Roman" panose="02020603050405020304" pitchFamily="18" charset="0"/>
                <a:cs typeface="Times New Roman" panose="02020603050405020304" pitchFamily="18" charset="0"/>
              </a:rPr>
              <a:t>Phase 5 (Dashboard): Visualizes rewards, risks, and optimal decoy deployment.</a:t>
            </a:r>
          </a:p>
          <a:p>
            <a:pPr lvl="0"/>
            <a:endParaRPr lang="en-IN" sz="2000" dirty="0">
              <a:solidFill>
                <a:schemeClr val="tx1"/>
              </a:solidFill>
              <a:latin typeface="Times New Roman" panose="02020603050405020304" pitchFamily="18" charset="0"/>
              <a:cs typeface="Times New Roman" panose="02020603050405020304" pitchFamily="18" charset="0"/>
            </a:endParaRPr>
          </a:p>
          <a:p>
            <a:pPr lvl="0">
              <a:spcAft>
                <a:spcPts val="600"/>
              </a:spcAft>
            </a:pPr>
            <a:r>
              <a:rPr lang="en-IN" sz="2400" b="1" dirty="0">
                <a:solidFill>
                  <a:schemeClr val="tx1"/>
                </a:solidFill>
                <a:latin typeface="Times New Roman" panose="02020603050405020304" pitchFamily="18" charset="0"/>
                <a:cs typeface="Times New Roman" panose="02020603050405020304" pitchFamily="18" charset="0"/>
              </a:rPr>
              <a:t>Advantages:</a:t>
            </a:r>
          </a:p>
          <a:p>
            <a:pPr lvl="1"/>
            <a:r>
              <a:rPr lang="en-IN" b="1" dirty="0">
                <a:solidFill>
                  <a:schemeClr val="tx1"/>
                </a:solidFill>
              </a:rPr>
              <a:t>Protects real servers</a:t>
            </a:r>
            <a:r>
              <a:rPr lang="en-IN" dirty="0">
                <a:solidFill>
                  <a:schemeClr val="tx1"/>
                </a:solidFill>
              </a:rPr>
              <a:t> by diverting attackers to honeypots.</a:t>
            </a:r>
          </a:p>
          <a:p>
            <a:pPr lvl="1"/>
            <a:r>
              <a:rPr lang="en-IN" dirty="0">
                <a:solidFill>
                  <a:schemeClr val="tx1"/>
                </a:solidFill>
                <a:latin typeface="Times New Roman" panose="02020603050405020304" pitchFamily="18" charset="0"/>
                <a:cs typeface="Times New Roman" panose="02020603050405020304" pitchFamily="18" charset="0"/>
              </a:rPr>
              <a:t>Optimized Performance: Maximizes protection while preventing network outages.</a:t>
            </a:r>
          </a:p>
          <a:p>
            <a:pPr lvl="1"/>
            <a:r>
              <a:rPr lang="en-IN" dirty="0">
                <a:solidFill>
                  <a:schemeClr val="tx1"/>
                </a:solidFill>
                <a:latin typeface="Times New Roman" panose="02020603050405020304" pitchFamily="18" charset="0"/>
                <a:cs typeface="Times New Roman" panose="02020603050405020304" pitchFamily="18" charset="0"/>
              </a:rPr>
              <a:t>Dynamic Deception: Automatically changes to keep attackers engaged longer.</a:t>
            </a:r>
          </a:p>
          <a:p>
            <a:pPr lvl="1"/>
            <a:r>
              <a:rPr lang="en-IN" b="1" dirty="0">
                <a:solidFill>
                  <a:schemeClr val="tx1"/>
                </a:solidFill>
              </a:rPr>
              <a:t>Scalable and efficient</a:t>
            </a:r>
            <a:r>
              <a:rPr lang="en-IN" dirty="0">
                <a:solidFill>
                  <a:schemeClr val="tx1"/>
                </a:solidFill>
              </a:rPr>
              <a:t>, making it suitable for modern network environments.</a:t>
            </a:r>
            <a:endParaRPr lang="en-IN" dirty="0">
              <a:solidFill>
                <a:schemeClr val="tx1"/>
              </a:solidFill>
              <a:latin typeface="Times New Roman" panose="02020603050405020304" pitchFamily="18" charset="0"/>
              <a:cs typeface="Times New Roman" panose="02020603050405020304" pitchFamily="18" charset="0"/>
            </a:endParaRPr>
          </a:p>
          <a:p>
            <a:pPr lvl="0"/>
            <a:endParaRPr lang="en-IN"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53789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61E3E-BE87-37A7-71D4-5B950127051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662BD9F-25EF-5F42-E265-DB3EB2AEA6C6}"/>
              </a:ext>
            </a:extLst>
          </p:cNvPr>
          <p:cNvSpPr>
            <a:spLocks noGrp="1"/>
          </p:cNvSpPr>
          <p:nvPr>
            <p:ph type="title"/>
          </p:nvPr>
        </p:nvSpPr>
        <p:spPr>
          <a:xfrm>
            <a:off x="3971544" y="78986"/>
            <a:ext cx="4048629" cy="432619"/>
          </a:xfrm>
        </p:spPr>
        <p:txBody>
          <a:bodyPr>
            <a:normAutofit fontScale="90000"/>
          </a:bodyPr>
          <a:lstStyle/>
          <a:p>
            <a:r>
              <a:rPr lang="en-US" sz="2500" dirty="0">
                <a:solidFill>
                  <a:schemeClr val="tx1"/>
                </a:solidFill>
                <a:latin typeface="Times New Roman" panose="02020603050405020304" pitchFamily="18" charset="0"/>
                <a:cs typeface="Times New Roman" panose="02020603050405020304" pitchFamily="18" charset="0"/>
              </a:rPr>
              <a:t>PROPOSED SYSTEM</a:t>
            </a:r>
            <a:endParaRPr lang="en-IN" sz="2500" dirty="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27AA9EF-E2F4-790F-5C66-14811FA6481C}"/>
              </a:ext>
            </a:extLst>
          </p:cNvPr>
          <p:cNvPicPr>
            <a:picLocks noChangeAspect="1"/>
          </p:cNvPicPr>
          <p:nvPr/>
        </p:nvPicPr>
        <p:blipFill>
          <a:blip r:embed="rId2"/>
          <a:stretch>
            <a:fillRect/>
          </a:stretch>
        </p:blipFill>
        <p:spPr>
          <a:xfrm>
            <a:off x="920935" y="650241"/>
            <a:ext cx="10350129" cy="5577840"/>
          </a:xfrm>
          <a:prstGeom prst="rect">
            <a:avLst/>
          </a:prstGeom>
        </p:spPr>
      </p:pic>
    </p:spTree>
    <p:extLst>
      <p:ext uri="{BB962C8B-B14F-4D97-AF65-F5344CB8AC3E}">
        <p14:creationId xmlns:p14="http://schemas.microsoft.com/office/powerpoint/2010/main" val="42101639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DBDD9-8752-BE6D-3C11-0342022363DD}"/>
              </a:ext>
            </a:extLst>
          </p:cNvPr>
          <p:cNvSpPr>
            <a:spLocks noGrp="1"/>
          </p:cNvSpPr>
          <p:nvPr>
            <p:ph type="title"/>
          </p:nvPr>
        </p:nvSpPr>
        <p:spPr>
          <a:xfrm>
            <a:off x="856456" y="974344"/>
            <a:ext cx="10479088" cy="874776"/>
          </a:xfrm>
        </p:spPr>
        <p:txBody>
          <a:bodyPr>
            <a:normAutofit/>
          </a:bodyPr>
          <a:lstStyle/>
          <a:p>
            <a:r>
              <a:rPr lang="en-US" sz="6000" dirty="0">
                <a:solidFill>
                  <a:schemeClr val="tx1"/>
                </a:solidFill>
                <a:latin typeface="Times New Roman" panose="02020603050405020304" pitchFamily="18" charset="0"/>
                <a:cs typeface="Times New Roman" panose="02020603050405020304" pitchFamily="18" charset="0"/>
              </a:rPr>
              <a:t>CONCLUSION</a:t>
            </a:r>
            <a:endParaRPr lang="en-IN" sz="6000" dirty="0">
              <a:solidFill>
                <a:schemeClr val="tx1"/>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25CC2D17-4061-6CCB-F8AA-356AE5973726}"/>
              </a:ext>
            </a:extLst>
          </p:cNvPr>
          <p:cNvSpPr>
            <a:spLocks noGrp="1"/>
          </p:cNvSpPr>
          <p:nvPr>
            <p:ph type="body" sz="quarter" idx="11"/>
          </p:nvPr>
        </p:nvSpPr>
        <p:spPr>
          <a:xfrm>
            <a:off x="841375" y="1849120"/>
            <a:ext cx="10479088" cy="4443815"/>
          </a:xfrm>
        </p:spPr>
        <p:txBody>
          <a:bodyPr>
            <a:normAutofit/>
          </a:bodyPr>
          <a:lstStyle/>
          <a:p>
            <a:pPr algn="just"/>
            <a:r>
              <a:rPr lang="en-US" sz="2000" b="0" cap="none"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The proposed ai-driven adaptive honeypot deployment system enhances </a:t>
            </a:r>
            <a:r>
              <a:rPr lang="en-US" sz="2000" b="0" cap="none"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iot</a:t>
            </a:r>
            <a:r>
              <a:rPr lang="en-US" sz="2000" b="0" cap="none"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network security by intelligently detecting and diverting attackers to honeypots while protecting real systems. By using deep reinforcement learning (DQN), the system dynamically optimizes honeypot deployment based on network conditions, improving attack detection, resource utilization, and overall cybersecurity.</a:t>
            </a:r>
            <a:endParaRPr lang="en-IN" sz="2000" b="0" cap="none"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9331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8B20A-89F5-0E83-2FBB-597A9E581103}"/>
              </a:ext>
            </a:extLst>
          </p:cNvPr>
          <p:cNvSpPr>
            <a:spLocks noGrp="1"/>
          </p:cNvSpPr>
          <p:nvPr>
            <p:ph type="title"/>
          </p:nvPr>
        </p:nvSpPr>
        <p:spPr>
          <a:xfrm>
            <a:off x="810768" y="0"/>
            <a:ext cx="10479024" cy="638821"/>
          </a:xfrm>
        </p:spPr>
        <p:txBody>
          <a:bodyPr>
            <a:noAutofit/>
          </a:bodyPr>
          <a:lstStyle/>
          <a:p>
            <a:pPr algn="ctr"/>
            <a:r>
              <a:rPr lang="en-US" sz="2800" b="1" dirty="0">
                <a:latin typeface="Times New Roman" panose="02020603050405020304" pitchFamily="18" charset="0"/>
                <a:cs typeface="Times New Roman" panose="02020603050405020304" pitchFamily="18" charset="0"/>
              </a:rPr>
              <a:t>REFERENCES</a:t>
            </a:r>
          </a:p>
        </p:txBody>
      </p:sp>
      <p:sp>
        <p:nvSpPr>
          <p:cNvPr id="5" name="Content Placeholder 4">
            <a:extLst>
              <a:ext uri="{FF2B5EF4-FFF2-40B4-BE49-F238E27FC236}">
                <a16:creationId xmlns:a16="http://schemas.microsoft.com/office/drawing/2014/main" id="{1E1F25F4-9D5B-F843-24A2-BF1F692DF92A}"/>
              </a:ext>
            </a:extLst>
          </p:cNvPr>
          <p:cNvSpPr>
            <a:spLocks noGrp="1"/>
          </p:cNvSpPr>
          <p:nvPr>
            <p:ph sz="quarter" idx="13"/>
          </p:nvPr>
        </p:nvSpPr>
        <p:spPr>
          <a:xfrm>
            <a:off x="810768" y="782585"/>
            <a:ext cx="10357104" cy="5326115"/>
          </a:xfrm>
        </p:spPr>
        <p:txBody>
          <a:bodyPr>
            <a:normAutofit lnSpcReduction="10000"/>
          </a:bodyPr>
          <a:lstStyle/>
          <a:p>
            <a:pPr marL="342900" indent="-34290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Strategic Honeypot Deployment in Ultra-Dense Beyond 5G Networks: A Reinforcement Learning Approach (2024) * </a:t>
            </a:r>
            <a:r>
              <a:rPr lang="en-IN" dirty="0">
                <a:latin typeface="Times New Roman" panose="02020603050405020304" pitchFamily="18" charset="0"/>
                <a:cs typeface="Times New Roman" panose="02020603050405020304" pitchFamily="18" charset="0"/>
                <a:hlinkClick r:id="rId2"/>
              </a:rPr>
              <a:t>Browser Link (IEEE Xplore)</a:t>
            </a:r>
            <a:endParaRPr lang="en-IN"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AI-Driven Evolutionary Honeypots for Polymorphic Cyber Threats (2025) * </a:t>
            </a:r>
            <a:r>
              <a:rPr lang="en-US" dirty="0">
                <a:latin typeface="Times New Roman" panose="02020603050405020304" pitchFamily="18" charset="0"/>
                <a:cs typeface="Times New Roman" panose="02020603050405020304" pitchFamily="18" charset="0"/>
                <a:hlinkClick r:id="rId3"/>
              </a:rPr>
              <a:t>Browser Link (IRE Journals)</a:t>
            </a:r>
            <a:endParaRPr lang="en-US"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AI-Driven Honeypots: Detecting and Classifying Attack Patterns in Real Time (2025) * </a:t>
            </a:r>
            <a:r>
              <a:rPr lang="en-US" dirty="0">
                <a:latin typeface="Times New Roman" panose="02020603050405020304" pitchFamily="18" charset="0"/>
                <a:cs typeface="Times New Roman" panose="02020603050405020304" pitchFamily="18" charset="0"/>
                <a:hlinkClick r:id="rId4"/>
              </a:rPr>
              <a:t>Browser Link (IJMRSET)</a:t>
            </a:r>
            <a:endParaRPr lang="en-US"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AI-Driven Adaptive Honeypots for Dynamic Cyber Threats (2025) * </a:t>
            </a:r>
            <a:r>
              <a:rPr lang="en-US" dirty="0">
                <a:latin typeface="Times New Roman" panose="02020603050405020304" pitchFamily="18" charset="0"/>
                <a:cs typeface="Times New Roman" panose="02020603050405020304" pitchFamily="18" charset="0"/>
                <a:hlinkClick r:id="rId5"/>
              </a:rPr>
              <a:t>Browser Link (ResearchGate)</a:t>
            </a:r>
            <a:endParaRPr lang="en-US"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Effectiveness of Artificial Intelligence-Based Adaptive Honeypots in Cyber Threat Detection: A Systematic Literature Review (2025) * </a:t>
            </a:r>
            <a:r>
              <a:rPr lang="en-US" dirty="0">
                <a:latin typeface="Times New Roman" panose="02020603050405020304" pitchFamily="18" charset="0"/>
                <a:cs typeface="Times New Roman" panose="02020603050405020304" pitchFamily="18" charset="0"/>
                <a:hlinkClick r:id="rId6"/>
              </a:rPr>
              <a:t>Browser Link (ResearchGate)</a:t>
            </a:r>
            <a:endParaRPr lang="en-US"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Adaptive Honeypot System with </a:t>
            </a:r>
            <a:r>
              <a:rPr lang="en-US" dirty="0" err="1">
                <a:latin typeface="Times New Roman" panose="02020603050405020304" pitchFamily="18" charset="0"/>
                <a:cs typeface="Times New Roman" panose="02020603050405020304" pitchFamily="18" charset="0"/>
              </a:rPr>
              <a:t>Behaviour</a:t>
            </a:r>
            <a:r>
              <a:rPr lang="en-US" dirty="0">
                <a:latin typeface="Times New Roman" panose="02020603050405020304" pitchFamily="18" charset="0"/>
                <a:cs typeface="Times New Roman" panose="02020603050405020304" pitchFamily="18" charset="0"/>
              </a:rPr>
              <a:t> Analysis for Web Security (2024) * </a:t>
            </a:r>
            <a:r>
              <a:rPr lang="en-US" dirty="0">
                <a:latin typeface="Times New Roman" panose="02020603050405020304" pitchFamily="18" charset="0"/>
                <a:cs typeface="Times New Roman" panose="02020603050405020304" pitchFamily="18" charset="0"/>
                <a:hlinkClick r:id="rId7"/>
              </a:rPr>
              <a:t>Browser Link (IJARCCE)</a:t>
            </a:r>
            <a:endParaRPr lang="en-US"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dirty="0" err="1">
                <a:latin typeface="Times New Roman" panose="02020603050405020304" pitchFamily="18" charset="0"/>
                <a:cs typeface="Times New Roman" panose="02020603050405020304" pitchFamily="18" charset="0"/>
              </a:rPr>
              <a:t>HoneyIoT</a:t>
            </a:r>
            <a:r>
              <a:rPr lang="en-US" dirty="0">
                <a:latin typeface="Times New Roman" panose="02020603050405020304" pitchFamily="18" charset="0"/>
                <a:cs typeface="Times New Roman" panose="02020603050405020304" pitchFamily="18" charset="0"/>
              </a:rPr>
              <a:t>: Adaptive High-Interaction Honeypot for IoT Devices Through Reinforcement Learning (2023) * </a:t>
            </a:r>
            <a:r>
              <a:rPr lang="en-US" dirty="0">
                <a:latin typeface="Times New Roman" panose="02020603050405020304" pitchFamily="18" charset="0"/>
                <a:cs typeface="Times New Roman" panose="02020603050405020304" pitchFamily="18" charset="0"/>
                <a:hlinkClick r:id="rId8"/>
              </a:rPr>
              <a:t>Browser Link (ACM Digital Library)</a:t>
            </a: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27AE480-D58D-8A4F-D9AD-3E0956702A4C}"/>
              </a:ext>
            </a:extLst>
          </p:cNvPr>
          <p:cNvSpPr>
            <a:spLocks noGrp="1"/>
          </p:cNvSpPr>
          <p:nvPr>
            <p:ph type="sldNum" sz="quarter" idx="11"/>
          </p:nvPr>
        </p:nvSpPr>
        <p:spPr/>
        <p:txBody>
          <a:bodyPr/>
          <a:lstStyle/>
          <a:p>
            <a:fld id="{B67B645E-C5E5-4727-B977-D372A0AA71D9}" type="slidenum">
              <a:rPr lang="en-US" smtClean="0"/>
              <a:pPr/>
              <a:t>15</a:t>
            </a:fld>
            <a:endParaRPr lang="en-US" dirty="0"/>
          </a:p>
        </p:txBody>
      </p:sp>
    </p:spTree>
    <p:extLst>
      <p:ext uri="{BB962C8B-B14F-4D97-AF65-F5344CB8AC3E}">
        <p14:creationId xmlns:p14="http://schemas.microsoft.com/office/powerpoint/2010/main" val="15502942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27">
            <a:extLst>
              <a:ext uri="{FF2B5EF4-FFF2-40B4-BE49-F238E27FC236}">
                <a16:creationId xmlns:a16="http://schemas.microsoft.com/office/drawing/2014/main" id="{CC25EE42-B3D5-AD1E-48BE-54CEFF2E3D79}"/>
              </a:ext>
            </a:extLst>
          </p:cNvPr>
          <p:cNvSpPr>
            <a:spLocks noGrp="1"/>
          </p:cNvSpPr>
          <p:nvPr>
            <p:ph type="title"/>
          </p:nvPr>
        </p:nvSpPr>
        <p:spPr>
          <a:xfrm>
            <a:off x="1227323" y="2721866"/>
            <a:ext cx="10479088" cy="1210056"/>
          </a:xfrm>
        </p:spPr>
        <p:txBody>
          <a:bodyPr/>
          <a:lstStyle/>
          <a:p>
            <a:pPr algn="ctr"/>
            <a:r>
              <a:rPr lang="en-US" dirty="0">
                <a:solidFill>
                  <a:schemeClr val="tx1"/>
                </a:solidFill>
                <a:latin typeface="Times New Roman" panose="02020603050405020304" pitchFamily="18" charset="0"/>
                <a:cs typeface="Times New Roman" panose="02020603050405020304" pitchFamily="18" charset="0"/>
              </a:rPr>
              <a:t>Thankyou…!</a:t>
            </a:r>
          </a:p>
        </p:txBody>
      </p:sp>
    </p:spTree>
    <p:extLst>
      <p:ext uri="{BB962C8B-B14F-4D97-AF65-F5344CB8AC3E}">
        <p14:creationId xmlns:p14="http://schemas.microsoft.com/office/powerpoint/2010/main" val="1988437062"/>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9" ma:contentTypeDescription="Create a new document." ma:contentTypeScope="" ma:versionID="6a914531ae0f23be31da2eba1f3b42a9">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ae00154c9e66547f022c4923f88826d6"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8837B91-4329-4308-94DA-BB811B5F30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B247F30-5811-40C0-99EC-CF53200590BE}">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3.xml><?xml version="1.0" encoding="utf-8"?>
<ds:datastoreItem xmlns:ds="http://schemas.openxmlformats.org/officeDocument/2006/customXml" ds:itemID="{55E72E99-0076-433E-AD3A-575A11FAB73D}">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Organic</Template>
  <TotalTime>294</TotalTime>
  <Words>1171</Words>
  <Application>Microsoft Office PowerPoint</Application>
  <PresentationFormat>Widescreen</PresentationFormat>
  <Paragraphs>150</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Garamond</vt:lpstr>
      <vt:lpstr>Times New Roman</vt:lpstr>
      <vt:lpstr>Wingdings</vt:lpstr>
      <vt:lpstr>Organic</vt:lpstr>
      <vt:lpstr>A DATA-DRIVEN DYNAMIC AND ADAPTIVE HONEYPOT DEPLOYMENT FOR SECURITY IOT NETWORKS USING DEEP REINFORCEMENT LEARNING</vt:lpstr>
      <vt:lpstr>OUTLINE</vt:lpstr>
      <vt:lpstr>ABSTRACT  </vt:lpstr>
      <vt:lpstr> PROBLEM STATEMENT</vt:lpstr>
      <vt:lpstr>LITERATURE SURVEY </vt:lpstr>
      <vt:lpstr>LITERATURE SURVEY </vt:lpstr>
      <vt:lpstr>OBJECTIVE</vt:lpstr>
      <vt:lpstr>SCOPE</vt:lpstr>
      <vt:lpstr>Existing Dataset vs Our Dataset</vt:lpstr>
      <vt:lpstr>EXISTING SYSTEM </vt:lpstr>
      <vt:lpstr>DISADVANTAGES OF EXISTING SYSTEM </vt:lpstr>
      <vt:lpstr>PROPOSED SYSTEM</vt:lpstr>
      <vt:lpstr>PROPOSED SYSTEM</vt:lpstr>
      <vt:lpstr>CONCLUSION</vt:lpstr>
      <vt:lpstr>REFERENCES</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SHAIK ISMAIL</dc:creator>
  <cp:lastModifiedBy>SHAIK ISMAIL</cp:lastModifiedBy>
  <cp:revision>10</cp:revision>
  <dcterms:created xsi:type="dcterms:W3CDTF">2025-12-26T13:49:22Z</dcterms:created>
  <dcterms:modified xsi:type="dcterms:W3CDTF">2026-07-19T04:23:00Z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